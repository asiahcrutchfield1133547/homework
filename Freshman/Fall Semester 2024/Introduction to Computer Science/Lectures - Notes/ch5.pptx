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44"/>
  </p:notesMasterIdLst>
  <p:handoutMasterIdLst>
    <p:handoutMasterId r:id="rId45"/>
  </p:handoutMasterIdLst>
  <p:sldIdLst>
    <p:sldId id="567" r:id="rId2"/>
    <p:sldId id="554" r:id="rId3"/>
    <p:sldId id="561" r:id="rId4"/>
    <p:sldId id="555" r:id="rId5"/>
    <p:sldId id="495" r:id="rId6"/>
    <p:sldId id="496" r:id="rId7"/>
    <p:sldId id="556" r:id="rId8"/>
    <p:sldId id="570" r:id="rId9"/>
    <p:sldId id="569" r:id="rId10"/>
    <p:sldId id="571" r:id="rId11"/>
    <p:sldId id="572" r:id="rId12"/>
    <p:sldId id="568" r:id="rId13"/>
    <p:sldId id="497" r:id="rId14"/>
    <p:sldId id="573" r:id="rId15"/>
    <p:sldId id="557" r:id="rId16"/>
    <p:sldId id="574" r:id="rId17"/>
    <p:sldId id="558" r:id="rId18"/>
    <p:sldId id="562" r:id="rId19"/>
    <p:sldId id="498" r:id="rId20"/>
    <p:sldId id="499" r:id="rId21"/>
    <p:sldId id="500" r:id="rId22"/>
    <p:sldId id="564" r:id="rId23"/>
    <p:sldId id="501" r:id="rId24"/>
    <p:sldId id="502" r:id="rId25"/>
    <p:sldId id="503" r:id="rId26"/>
    <p:sldId id="504" r:id="rId27"/>
    <p:sldId id="565" r:id="rId28"/>
    <p:sldId id="505" r:id="rId29"/>
    <p:sldId id="506" r:id="rId30"/>
    <p:sldId id="507" r:id="rId31"/>
    <p:sldId id="508" r:id="rId32"/>
    <p:sldId id="509" r:id="rId33"/>
    <p:sldId id="510" r:id="rId34"/>
    <p:sldId id="559" r:id="rId35"/>
    <p:sldId id="511" r:id="rId36"/>
    <p:sldId id="512" r:id="rId37"/>
    <p:sldId id="513" r:id="rId38"/>
    <p:sldId id="560" r:id="rId39"/>
    <p:sldId id="563" r:id="rId40"/>
    <p:sldId id="514" r:id="rId41"/>
    <p:sldId id="515" r:id="rId42"/>
    <p:sldId id="516" r:id="rId43"/>
  </p:sldIdLst>
  <p:sldSz cx="9144000" cy="6858000" type="screen4x3"/>
  <p:notesSz cx="6881813" cy="9296400"/>
  <p:defaultTextStyle>
    <a:defPPr>
      <a:defRPr lang="en-US"/>
    </a:defPPr>
    <a:lvl1pPr algn="l" rtl="0" eaLnBrk="0" fontAlgn="base" hangingPunct="0">
      <a:spcBef>
        <a:spcPct val="0"/>
      </a:spcBef>
      <a:spcAft>
        <a:spcPct val="0"/>
      </a:spcAft>
      <a:defRPr sz="2800" kern="1200">
        <a:solidFill>
          <a:schemeClr val="tx1"/>
        </a:solidFill>
        <a:latin typeface="Times New Roman" panose="02020603050405020304" pitchFamily="18" charset="0"/>
        <a:ea typeface="ヒラギノ角ゴ Pro W3" pitchFamily="1" charset="-128"/>
        <a:cs typeface="+mn-cs"/>
      </a:defRPr>
    </a:lvl1pPr>
    <a:lvl2pPr marL="457200" algn="l" rtl="0" eaLnBrk="0" fontAlgn="base" hangingPunct="0">
      <a:spcBef>
        <a:spcPct val="0"/>
      </a:spcBef>
      <a:spcAft>
        <a:spcPct val="0"/>
      </a:spcAft>
      <a:defRPr sz="2800" kern="1200">
        <a:solidFill>
          <a:schemeClr val="tx1"/>
        </a:solidFill>
        <a:latin typeface="Times New Roman" panose="02020603050405020304" pitchFamily="18" charset="0"/>
        <a:ea typeface="ヒラギノ角ゴ Pro W3" pitchFamily="1" charset="-128"/>
        <a:cs typeface="+mn-cs"/>
      </a:defRPr>
    </a:lvl2pPr>
    <a:lvl3pPr marL="914400" algn="l" rtl="0" eaLnBrk="0" fontAlgn="base" hangingPunct="0">
      <a:spcBef>
        <a:spcPct val="0"/>
      </a:spcBef>
      <a:spcAft>
        <a:spcPct val="0"/>
      </a:spcAft>
      <a:defRPr sz="2800" kern="1200">
        <a:solidFill>
          <a:schemeClr val="tx1"/>
        </a:solidFill>
        <a:latin typeface="Times New Roman" panose="02020603050405020304" pitchFamily="18" charset="0"/>
        <a:ea typeface="ヒラギノ角ゴ Pro W3" pitchFamily="1" charset="-128"/>
        <a:cs typeface="+mn-cs"/>
      </a:defRPr>
    </a:lvl3pPr>
    <a:lvl4pPr marL="1371600" algn="l" rtl="0" eaLnBrk="0" fontAlgn="base" hangingPunct="0">
      <a:spcBef>
        <a:spcPct val="0"/>
      </a:spcBef>
      <a:spcAft>
        <a:spcPct val="0"/>
      </a:spcAft>
      <a:defRPr sz="2800" kern="1200">
        <a:solidFill>
          <a:schemeClr val="tx1"/>
        </a:solidFill>
        <a:latin typeface="Times New Roman" panose="02020603050405020304" pitchFamily="18" charset="0"/>
        <a:ea typeface="ヒラギノ角ゴ Pro W3" pitchFamily="1" charset="-128"/>
        <a:cs typeface="+mn-cs"/>
      </a:defRPr>
    </a:lvl4pPr>
    <a:lvl5pPr marL="1828800" algn="l" rtl="0" eaLnBrk="0" fontAlgn="base" hangingPunct="0">
      <a:spcBef>
        <a:spcPct val="0"/>
      </a:spcBef>
      <a:spcAft>
        <a:spcPct val="0"/>
      </a:spcAft>
      <a:defRPr sz="2800" kern="1200">
        <a:solidFill>
          <a:schemeClr val="tx1"/>
        </a:solidFill>
        <a:latin typeface="Times New Roman" panose="02020603050405020304" pitchFamily="18" charset="0"/>
        <a:ea typeface="ヒラギノ角ゴ Pro W3" pitchFamily="1" charset="-128"/>
        <a:cs typeface="+mn-cs"/>
      </a:defRPr>
    </a:lvl5pPr>
    <a:lvl6pPr marL="2286000" algn="l" defTabSz="914400" rtl="0" eaLnBrk="1" latinLnBrk="0" hangingPunct="1">
      <a:defRPr sz="2800" kern="1200">
        <a:solidFill>
          <a:schemeClr val="tx1"/>
        </a:solidFill>
        <a:latin typeface="Times New Roman" panose="02020603050405020304" pitchFamily="18" charset="0"/>
        <a:ea typeface="ヒラギノ角ゴ Pro W3" pitchFamily="1" charset="-128"/>
        <a:cs typeface="+mn-cs"/>
      </a:defRPr>
    </a:lvl6pPr>
    <a:lvl7pPr marL="2743200" algn="l" defTabSz="914400" rtl="0" eaLnBrk="1" latinLnBrk="0" hangingPunct="1">
      <a:defRPr sz="2800" kern="1200">
        <a:solidFill>
          <a:schemeClr val="tx1"/>
        </a:solidFill>
        <a:latin typeface="Times New Roman" panose="02020603050405020304" pitchFamily="18" charset="0"/>
        <a:ea typeface="ヒラギノ角ゴ Pro W3" pitchFamily="1" charset="-128"/>
        <a:cs typeface="+mn-cs"/>
      </a:defRPr>
    </a:lvl7pPr>
    <a:lvl8pPr marL="3200400" algn="l" defTabSz="914400" rtl="0" eaLnBrk="1" latinLnBrk="0" hangingPunct="1">
      <a:defRPr sz="2800" kern="1200">
        <a:solidFill>
          <a:schemeClr val="tx1"/>
        </a:solidFill>
        <a:latin typeface="Times New Roman" panose="02020603050405020304" pitchFamily="18" charset="0"/>
        <a:ea typeface="ヒラギノ角ゴ Pro W3" pitchFamily="1" charset="-128"/>
        <a:cs typeface="+mn-cs"/>
      </a:defRPr>
    </a:lvl8pPr>
    <a:lvl9pPr marL="3657600" algn="l" defTabSz="914400" rtl="0" eaLnBrk="1" latinLnBrk="0" hangingPunct="1">
      <a:defRPr sz="2800" kern="1200">
        <a:solidFill>
          <a:schemeClr val="tx1"/>
        </a:solidFill>
        <a:latin typeface="Times New Roman" panose="02020603050405020304" pitchFamily="18" charset="0"/>
        <a:ea typeface="ヒラギノ角ゴ Pro W3" pitchFamily="1" charset="-128"/>
        <a:cs typeface="+mn-cs"/>
      </a:defRPr>
    </a:lvl9pPr>
  </p:defaultTextStyle>
  <p:extLst>
    <p:ext uri="{EFAFB233-063F-42B5-8137-9DF3F51BA10A}">
      <p15:sldGuideLst xmlns:p15="http://schemas.microsoft.com/office/powerpoint/2012/main">
        <p15:guide id="1" orient="horz" pos="100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autoAdjust="0"/>
    <p:restoredTop sz="94652" autoAdjust="0"/>
  </p:normalViewPr>
  <p:slideViewPr>
    <p:cSldViewPr>
      <p:cViewPr varScale="1">
        <p:scale>
          <a:sx n="123" d="100"/>
          <a:sy n="123" d="100"/>
        </p:scale>
        <p:origin x="1424" y="192"/>
      </p:cViewPr>
      <p:guideLst>
        <p:guide orient="horz" pos="100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A071E7-2DB7-2CEB-5333-997625C8E34F}"/>
              </a:ext>
            </a:extLst>
          </p:cNvPr>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7486CAAA-0345-B590-7BEA-8B23CFAA881E}"/>
              </a:ext>
            </a:extLst>
          </p:cNvPr>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pPr>
              <a:defRPr/>
            </a:pPr>
            <a:fld id="{C17105C5-4515-194F-BB95-A6EE36330EFA}" type="datetimeFigureOut">
              <a:rPr lang="en-US"/>
              <a:pPr>
                <a:defRPr/>
              </a:pPr>
              <a:t>10/29/24</a:t>
            </a:fld>
            <a:endParaRPr lang="en-US"/>
          </a:p>
        </p:txBody>
      </p:sp>
      <p:sp>
        <p:nvSpPr>
          <p:cNvPr id="4" name="Footer Placeholder 3">
            <a:extLst>
              <a:ext uri="{FF2B5EF4-FFF2-40B4-BE49-F238E27FC236}">
                <a16:creationId xmlns:a16="http://schemas.microsoft.com/office/drawing/2014/main" id="{BC2E646D-74AA-1229-2231-8BD90A1468A2}"/>
              </a:ext>
            </a:extLst>
          </p:cNvPr>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a:extLst>
              <a:ext uri="{FF2B5EF4-FFF2-40B4-BE49-F238E27FC236}">
                <a16:creationId xmlns:a16="http://schemas.microsoft.com/office/drawing/2014/main" id="{B01DCCD2-E257-D3D6-B83E-C404521850A3}"/>
              </a:ext>
            </a:extLst>
          </p:cNvPr>
          <p:cNvSpPr>
            <a:spLocks noGrp="1"/>
          </p:cNvSpPr>
          <p:nvPr>
            <p:ph type="sldNum" sz="quarter" idx="3"/>
          </p:nvPr>
        </p:nvSpPr>
        <p:spPr>
          <a:xfrm>
            <a:off x="3897313" y="8829675"/>
            <a:ext cx="2982912" cy="465138"/>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BCE8CA89-821B-8241-861D-294D0AAE10F9}"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D6E4BBBE-AADB-D9B3-8C1D-59154B3E384E}"/>
              </a:ext>
            </a:extLst>
          </p:cNvPr>
          <p:cNvSpPr>
            <a:spLocks noGrp="1" noChangeArrowheads="1"/>
          </p:cNvSpPr>
          <p:nvPr>
            <p:ph type="hdr" sz="quarter"/>
          </p:nvPr>
        </p:nvSpPr>
        <p:spPr bwMode="auto">
          <a:xfrm>
            <a:off x="0" y="0"/>
            <a:ext cx="2982913"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defRPr sz="1200">
                <a:ea typeface="+mn-ea"/>
              </a:defRPr>
            </a:lvl1pPr>
          </a:lstStyle>
          <a:p>
            <a:pPr>
              <a:defRPr/>
            </a:pPr>
            <a:endParaRPr lang="en-US"/>
          </a:p>
        </p:txBody>
      </p:sp>
      <p:sp>
        <p:nvSpPr>
          <p:cNvPr id="239619" name="Rectangle 3">
            <a:extLst>
              <a:ext uri="{FF2B5EF4-FFF2-40B4-BE49-F238E27FC236}">
                <a16:creationId xmlns:a16="http://schemas.microsoft.com/office/drawing/2014/main" id="{23D64351-8C7D-7F45-47B8-D04F769F7DD2}"/>
              </a:ext>
            </a:extLst>
          </p:cNvPr>
          <p:cNvSpPr>
            <a:spLocks noGrp="1" noChangeArrowheads="1"/>
          </p:cNvSpPr>
          <p:nvPr>
            <p:ph type="dt" idx="1"/>
          </p:nvPr>
        </p:nvSpPr>
        <p:spPr bwMode="auto">
          <a:xfrm>
            <a:off x="3900488" y="0"/>
            <a:ext cx="298132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a:defRPr sz="1200">
                <a:ea typeface="+mn-ea"/>
              </a:defRPr>
            </a:lvl1pPr>
          </a:lstStyle>
          <a:p>
            <a:pPr>
              <a:defRPr/>
            </a:pPr>
            <a:endParaRPr lang="en-US"/>
          </a:p>
        </p:txBody>
      </p:sp>
      <p:sp>
        <p:nvSpPr>
          <p:cNvPr id="46084" name="Rectangle 4">
            <a:extLst>
              <a:ext uri="{FF2B5EF4-FFF2-40B4-BE49-F238E27FC236}">
                <a16:creationId xmlns:a16="http://schemas.microsoft.com/office/drawing/2014/main" id="{220123EF-4FBD-64D2-1E77-396D6CB275B9}"/>
              </a:ext>
            </a:extLst>
          </p:cNvPr>
          <p:cNvSpPr>
            <a:spLocks noChangeArrowheads="1" noTextEdit="1"/>
          </p:cNvSpPr>
          <p:nvPr>
            <p:ph type="sldImg" idx="2"/>
          </p:nvPr>
        </p:nvSpPr>
        <p:spPr bwMode="auto">
          <a:xfrm>
            <a:off x="11176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9621" name="Rectangle 5">
            <a:extLst>
              <a:ext uri="{FF2B5EF4-FFF2-40B4-BE49-F238E27FC236}">
                <a16:creationId xmlns:a16="http://schemas.microsoft.com/office/drawing/2014/main" id="{E3E24A40-D1D4-8029-825A-503B933F3DB6}"/>
              </a:ext>
            </a:extLst>
          </p:cNvPr>
          <p:cNvSpPr>
            <a:spLocks noGrp="1" noChangeArrowheads="1"/>
          </p:cNvSpPr>
          <p:nvPr>
            <p:ph type="body" sz="quarter" idx="3"/>
          </p:nvPr>
        </p:nvSpPr>
        <p:spPr bwMode="auto">
          <a:xfrm>
            <a:off x="917575" y="4416425"/>
            <a:ext cx="5046663"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9622" name="Rectangle 6">
            <a:extLst>
              <a:ext uri="{FF2B5EF4-FFF2-40B4-BE49-F238E27FC236}">
                <a16:creationId xmlns:a16="http://schemas.microsoft.com/office/drawing/2014/main" id="{B4417F62-139B-25B4-C94A-0EB5F719ED74}"/>
              </a:ext>
            </a:extLst>
          </p:cNvPr>
          <p:cNvSpPr>
            <a:spLocks noGrp="1" noChangeArrowheads="1"/>
          </p:cNvSpPr>
          <p:nvPr>
            <p:ph type="ftr" sz="quarter" idx="4"/>
          </p:nvPr>
        </p:nvSpPr>
        <p:spPr bwMode="auto">
          <a:xfrm>
            <a:off x="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defRPr sz="1200">
                <a:ea typeface="+mn-ea"/>
              </a:defRPr>
            </a:lvl1pPr>
          </a:lstStyle>
          <a:p>
            <a:pPr>
              <a:defRPr/>
            </a:pPr>
            <a:endParaRPr lang="en-US"/>
          </a:p>
        </p:txBody>
      </p:sp>
      <p:sp>
        <p:nvSpPr>
          <p:cNvPr id="239623" name="Rectangle 7">
            <a:extLst>
              <a:ext uri="{FF2B5EF4-FFF2-40B4-BE49-F238E27FC236}">
                <a16:creationId xmlns:a16="http://schemas.microsoft.com/office/drawing/2014/main" id="{74217D52-7A01-3380-4742-064A9B817C74}"/>
              </a:ext>
            </a:extLst>
          </p:cNvPr>
          <p:cNvSpPr>
            <a:spLocks noGrp="1" noChangeArrowheads="1"/>
          </p:cNvSpPr>
          <p:nvPr>
            <p:ph type="sldNum" sz="quarter" idx="5"/>
          </p:nvPr>
        </p:nvSpPr>
        <p:spPr bwMode="auto">
          <a:xfrm>
            <a:off x="3900488" y="8831263"/>
            <a:ext cx="298132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lgn="r">
              <a:defRPr sz="1200"/>
            </a:lvl1pPr>
          </a:lstStyle>
          <a:p>
            <a:fld id="{FFB2E035-C3DA-984C-B0F4-83B6DF7A6E4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E4CB9D"/>
        </a:solidFill>
        <a:effectLst/>
      </p:bgPr>
    </p:bg>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B4E01056-3F56-3F43-016F-078EE0F97C40}"/>
              </a:ext>
            </a:extLst>
          </p:cNvPr>
          <p:cNvSpPr>
            <a:spLocks noChangeArrowheads="1"/>
          </p:cNvSpPr>
          <p:nvPr userDrawn="1"/>
        </p:nvSpPr>
        <p:spPr bwMode="auto">
          <a:xfrm>
            <a:off x="1147763" y="6324600"/>
            <a:ext cx="5562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a:spcBef>
                <a:spcPct val="50000"/>
              </a:spcBef>
            </a:pPr>
            <a:r>
              <a:rPr lang="en-US" altLang="en-US" sz="1200"/>
              <a:t>Copyright © 2015 Pearson Education, Inc. </a:t>
            </a:r>
          </a:p>
        </p:txBody>
      </p:sp>
      <p:sp>
        <p:nvSpPr>
          <p:cNvPr id="3" name="AutoShape 4">
            <a:extLst>
              <a:ext uri="{FF2B5EF4-FFF2-40B4-BE49-F238E27FC236}">
                <a16:creationId xmlns:a16="http://schemas.microsoft.com/office/drawing/2014/main" id="{61DDE0D2-39A9-175F-14E4-0B9AE68BAF11}"/>
              </a:ext>
            </a:extLst>
          </p:cNvPr>
          <p:cNvSpPr>
            <a:spLocks noChangeArrowheads="1"/>
          </p:cNvSpPr>
          <p:nvPr userDrawn="1"/>
        </p:nvSpPr>
        <p:spPr bwMode="auto">
          <a:xfrm flipH="1">
            <a:off x="0" y="1524000"/>
            <a:ext cx="9144000" cy="152400"/>
          </a:xfrm>
          <a:prstGeom prst="homePlate">
            <a:avLst>
              <a:gd name="adj" fmla="val 0"/>
            </a:avLst>
          </a:prstGeom>
          <a:gradFill rotWithShape="1">
            <a:gsLst>
              <a:gs pos="0">
                <a:srgbClr val="79B146"/>
              </a:gs>
              <a:gs pos="100000">
                <a:srgbClr val="62413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eaLnBrk="1" hangingPunct="1"/>
            <a:endParaRPr lang="en-US" altLang="en-US" sz="2400" baseline="-25000"/>
          </a:p>
        </p:txBody>
      </p:sp>
      <p:sp>
        <p:nvSpPr>
          <p:cNvPr id="4" name="Rectangle 4">
            <a:extLst>
              <a:ext uri="{FF2B5EF4-FFF2-40B4-BE49-F238E27FC236}">
                <a16:creationId xmlns:a16="http://schemas.microsoft.com/office/drawing/2014/main" id="{E58AE575-AE6B-1D4E-9118-8317CFB69AF4}"/>
              </a:ext>
            </a:extLst>
          </p:cNvPr>
          <p:cNvSpPr>
            <a:spLocks noChangeArrowheads="1"/>
          </p:cNvSpPr>
          <p:nvPr userDrawn="1"/>
        </p:nvSpPr>
        <p:spPr bwMode="auto">
          <a:xfrm>
            <a:off x="304800" y="457200"/>
            <a:ext cx="85344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endParaRPr lang="en-US" altLang="en-US" sz="2400"/>
          </a:p>
        </p:txBody>
      </p:sp>
      <p:pic>
        <p:nvPicPr>
          <p:cNvPr id="5" name="Picture 5" descr="AW logo">
            <a:extLst>
              <a:ext uri="{FF2B5EF4-FFF2-40B4-BE49-F238E27FC236}">
                <a16:creationId xmlns:a16="http://schemas.microsoft.com/office/drawing/2014/main" id="{BF8BD25D-F844-55B3-27F3-6706123E812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230938"/>
            <a:ext cx="838200"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2094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5E980D7-DB7A-2AF8-AD7E-16B472704FC7}"/>
              </a:ext>
            </a:extLst>
          </p:cNvPr>
          <p:cNvSpPr>
            <a:spLocks noGrp="1" noChangeArrowheads="1"/>
          </p:cNvSpPr>
          <p:nvPr>
            <p:ph type="sldNum" sz="quarter" idx="10"/>
          </p:nvPr>
        </p:nvSpPr>
        <p:spPr>
          <a:ln/>
        </p:spPr>
        <p:txBody>
          <a:bodyPr/>
          <a:lstStyle>
            <a:lvl1pPr>
              <a:defRPr/>
            </a:lvl1pPr>
          </a:lstStyle>
          <a:p>
            <a:r>
              <a:rPr lang="en-US" altLang="en-US"/>
              <a:t>5-</a:t>
            </a:r>
            <a:fld id="{B8A9412C-28AA-154D-9D99-A85A2FCEE677}" type="slidenum">
              <a:rPr lang="en-US" altLang="en-US"/>
              <a:pPr/>
              <a:t>‹#›</a:t>
            </a:fld>
            <a:endParaRPr lang="en-US" altLang="en-US"/>
          </a:p>
        </p:txBody>
      </p:sp>
    </p:spTree>
    <p:extLst>
      <p:ext uri="{BB962C8B-B14F-4D97-AF65-F5344CB8AC3E}">
        <p14:creationId xmlns:p14="http://schemas.microsoft.com/office/powerpoint/2010/main" val="20817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9FE72091-6C3C-77D7-D4FA-5159EC75AB91}"/>
              </a:ext>
            </a:extLst>
          </p:cNvPr>
          <p:cNvSpPr>
            <a:spLocks noGrp="1" noChangeArrowheads="1"/>
          </p:cNvSpPr>
          <p:nvPr>
            <p:ph type="sldNum" sz="quarter" idx="10"/>
          </p:nvPr>
        </p:nvSpPr>
        <p:spPr>
          <a:ln/>
        </p:spPr>
        <p:txBody>
          <a:bodyPr/>
          <a:lstStyle>
            <a:lvl1pPr>
              <a:defRPr/>
            </a:lvl1pPr>
          </a:lstStyle>
          <a:p>
            <a:r>
              <a:rPr lang="en-US" altLang="en-US"/>
              <a:t>5-</a:t>
            </a:r>
            <a:fld id="{FDA9E426-326A-6F42-8E34-AB071C461F1B}" type="slidenum">
              <a:rPr lang="en-US" altLang="en-US"/>
              <a:pPr/>
              <a:t>‹#›</a:t>
            </a:fld>
            <a:endParaRPr lang="en-US" altLang="en-US"/>
          </a:p>
        </p:txBody>
      </p:sp>
    </p:spTree>
    <p:extLst>
      <p:ext uri="{BB962C8B-B14F-4D97-AF65-F5344CB8AC3E}">
        <p14:creationId xmlns:p14="http://schemas.microsoft.com/office/powerpoint/2010/main" val="2153886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6002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965AA8C6-24F7-CBF0-9185-208D6B78EB05}"/>
              </a:ext>
            </a:extLst>
          </p:cNvPr>
          <p:cNvSpPr>
            <a:spLocks noGrp="1" noChangeArrowheads="1"/>
          </p:cNvSpPr>
          <p:nvPr>
            <p:ph type="sldNum" sz="quarter" idx="10"/>
          </p:nvPr>
        </p:nvSpPr>
        <p:spPr>
          <a:ln/>
        </p:spPr>
        <p:txBody>
          <a:bodyPr/>
          <a:lstStyle>
            <a:lvl1pPr>
              <a:defRPr/>
            </a:lvl1pPr>
          </a:lstStyle>
          <a:p>
            <a:r>
              <a:rPr lang="en-US" altLang="en-US"/>
              <a:t>5-</a:t>
            </a:r>
            <a:fld id="{47392210-5BCD-9041-AA4B-0A28C432B66A}" type="slidenum">
              <a:rPr lang="en-US" altLang="en-US"/>
              <a:pPr/>
              <a:t>‹#›</a:t>
            </a:fld>
            <a:endParaRPr lang="en-US" altLang="en-US"/>
          </a:p>
        </p:txBody>
      </p:sp>
    </p:spTree>
    <p:extLst>
      <p:ext uri="{BB962C8B-B14F-4D97-AF65-F5344CB8AC3E}">
        <p14:creationId xmlns:p14="http://schemas.microsoft.com/office/powerpoint/2010/main" val="1933192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80AF4EDC-E69F-3B91-9537-B772FB9F30DC}"/>
              </a:ext>
            </a:extLst>
          </p:cNvPr>
          <p:cNvSpPr>
            <a:spLocks noGrp="1" noChangeArrowheads="1"/>
          </p:cNvSpPr>
          <p:nvPr>
            <p:ph type="sldNum" sz="quarter" idx="10"/>
          </p:nvPr>
        </p:nvSpPr>
        <p:spPr>
          <a:ln/>
        </p:spPr>
        <p:txBody>
          <a:bodyPr/>
          <a:lstStyle>
            <a:lvl1pPr>
              <a:defRPr/>
            </a:lvl1pPr>
          </a:lstStyle>
          <a:p>
            <a:r>
              <a:rPr lang="en-US" altLang="en-US"/>
              <a:t>5-</a:t>
            </a:r>
            <a:fld id="{92C82FD7-5545-1341-B05C-27A6257102B4}" type="slidenum">
              <a:rPr lang="en-US" altLang="en-US"/>
              <a:pPr/>
              <a:t>‹#›</a:t>
            </a:fld>
            <a:endParaRPr lang="en-US" altLang="en-US"/>
          </a:p>
        </p:txBody>
      </p:sp>
    </p:spTree>
    <p:extLst>
      <p:ext uri="{BB962C8B-B14F-4D97-AF65-F5344CB8AC3E}">
        <p14:creationId xmlns:p14="http://schemas.microsoft.com/office/powerpoint/2010/main" val="675874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8ADAE444-6DA7-52EB-EBDA-8F4002B852BE}"/>
              </a:ext>
            </a:extLst>
          </p:cNvPr>
          <p:cNvSpPr>
            <a:spLocks noGrp="1" noChangeArrowheads="1"/>
          </p:cNvSpPr>
          <p:nvPr>
            <p:ph type="sldNum" sz="quarter" idx="10"/>
          </p:nvPr>
        </p:nvSpPr>
        <p:spPr>
          <a:ln/>
        </p:spPr>
        <p:txBody>
          <a:bodyPr/>
          <a:lstStyle>
            <a:lvl1pPr>
              <a:defRPr/>
            </a:lvl1pPr>
          </a:lstStyle>
          <a:p>
            <a:r>
              <a:rPr lang="en-US" altLang="en-US"/>
              <a:t>5-</a:t>
            </a:r>
            <a:fld id="{9E46518B-C252-414F-BA5A-B87D6B3BCDB3}" type="slidenum">
              <a:rPr lang="en-US" altLang="en-US"/>
              <a:pPr/>
              <a:t>‹#›</a:t>
            </a:fld>
            <a:endParaRPr lang="en-US" altLang="en-US"/>
          </a:p>
        </p:txBody>
      </p:sp>
    </p:spTree>
    <p:extLst>
      <p:ext uri="{BB962C8B-B14F-4D97-AF65-F5344CB8AC3E}">
        <p14:creationId xmlns:p14="http://schemas.microsoft.com/office/powerpoint/2010/main" val="156628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FE57DA7E-1F2B-AB3A-C1FC-5C4984592FE0}"/>
              </a:ext>
            </a:extLst>
          </p:cNvPr>
          <p:cNvSpPr>
            <a:spLocks noGrp="1" noChangeArrowheads="1"/>
          </p:cNvSpPr>
          <p:nvPr>
            <p:ph type="sldNum" sz="quarter" idx="10"/>
          </p:nvPr>
        </p:nvSpPr>
        <p:spPr>
          <a:ln/>
        </p:spPr>
        <p:txBody>
          <a:bodyPr/>
          <a:lstStyle>
            <a:lvl1pPr>
              <a:defRPr/>
            </a:lvl1pPr>
          </a:lstStyle>
          <a:p>
            <a:r>
              <a:rPr lang="en-US" altLang="en-US"/>
              <a:t>5-</a:t>
            </a:r>
            <a:fld id="{DA9BA730-4B29-6748-BED2-448E8438974B}" type="slidenum">
              <a:rPr lang="en-US" altLang="en-US"/>
              <a:pPr/>
              <a:t>‹#›</a:t>
            </a:fld>
            <a:endParaRPr lang="en-US" altLang="en-US"/>
          </a:p>
        </p:txBody>
      </p:sp>
    </p:spTree>
    <p:extLst>
      <p:ext uri="{BB962C8B-B14F-4D97-AF65-F5344CB8AC3E}">
        <p14:creationId xmlns:p14="http://schemas.microsoft.com/office/powerpoint/2010/main" val="1106773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65B79787-304A-9FC1-F12D-23436ECA586C}"/>
              </a:ext>
            </a:extLst>
          </p:cNvPr>
          <p:cNvSpPr>
            <a:spLocks noGrp="1" noChangeArrowheads="1"/>
          </p:cNvSpPr>
          <p:nvPr>
            <p:ph type="sldNum" sz="quarter" idx="10"/>
          </p:nvPr>
        </p:nvSpPr>
        <p:spPr>
          <a:ln/>
        </p:spPr>
        <p:txBody>
          <a:bodyPr/>
          <a:lstStyle>
            <a:lvl1pPr>
              <a:defRPr/>
            </a:lvl1pPr>
          </a:lstStyle>
          <a:p>
            <a:r>
              <a:rPr lang="en-US" altLang="en-US"/>
              <a:t>5-</a:t>
            </a:r>
            <a:fld id="{E211AD90-6D68-A54F-9734-33A9060B67D1}" type="slidenum">
              <a:rPr lang="en-US" altLang="en-US"/>
              <a:pPr/>
              <a:t>‹#›</a:t>
            </a:fld>
            <a:endParaRPr lang="en-US" altLang="en-US"/>
          </a:p>
        </p:txBody>
      </p:sp>
    </p:spTree>
    <p:extLst>
      <p:ext uri="{BB962C8B-B14F-4D97-AF65-F5344CB8AC3E}">
        <p14:creationId xmlns:p14="http://schemas.microsoft.com/office/powerpoint/2010/main" val="138526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22B49A21-5EB2-3D1E-8B0D-3D3429CB7E3A}"/>
              </a:ext>
            </a:extLst>
          </p:cNvPr>
          <p:cNvSpPr>
            <a:spLocks noGrp="1" noChangeArrowheads="1"/>
          </p:cNvSpPr>
          <p:nvPr>
            <p:ph type="sldNum" sz="quarter" idx="10"/>
          </p:nvPr>
        </p:nvSpPr>
        <p:spPr>
          <a:ln/>
        </p:spPr>
        <p:txBody>
          <a:bodyPr/>
          <a:lstStyle>
            <a:lvl1pPr>
              <a:defRPr/>
            </a:lvl1pPr>
          </a:lstStyle>
          <a:p>
            <a:r>
              <a:rPr lang="en-US" altLang="en-US"/>
              <a:t>5-</a:t>
            </a:r>
            <a:fld id="{62800F5B-4B9F-8744-81AB-CA608CA8EDCA}" type="slidenum">
              <a:rPr lang="en-US" altLang="en-US"/>
              <a:pPr/>
              <a:t>‹#›</a:t>
            </a:fld>
            <a:endParaRPr lang="en-US" altLang="en-US"/>
          </a:p>
        </p:txBody>
      </p:sp>
    </p:spTree>
    <p:extLst>
      <p:ext uri="{BB962C8B-B14F-4D97-AF65-F5344CB8AC3E}">
        <p14:creationId xmlns:p14="http://schemas.microsoft.com/office/powerpoint/2010/main" val="1128510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BB737C46-33E1-FD0D-8D00-A373D6E39E4C}"/>
              </a:ext>
            </a:extLst>
          </p:cNvPr>
          <p:cNvSpPr>
            <a:spLocks noGrp="1" noChangeArrowheads="1"/>
          </p:cNvSpPr>
          <p:nvPr>
            <p:ph type="sldNum" sz="quarter" idx="10"/>
          </p:nvPr>
        </p:nvSpPr>
        <p:spPr>
          <a:ln/>
        </p:spPr>
        <p:txBody>
          <a:bodyPr/>
          <a:lstStyle>
            <a:lvl1pPr>
              <a:defRPr/>
            </a:lvl1pPr>
          </a:lstStyle>
          <a:p>
            <a:r>
              <a:rPr lang="en-US" altLang="en-US"/>
              <a:t>5-</a:t>
            </a:r>
            <a:fld id="{7025948B-0EC6-9C4C-9C23-3266E8526602}" type="slidenum">
              <a:rPr lang="en-US" altLang="en-US"/>
              <a:pPr/>
              <a:t>‹#›</a:t>
            </a:fld>
            <a:endParaRPr lang="en-US" altLang="en-US"/>
          </a:p>
        </p:txBody>
      </p:sp>
    </p:spTree>
    <p:extLst>
      <p:ext uri="{BB962C8B-B14F-4D97-AF65-F5344CB8AC3E}">
        <p14:creationId xmlns:p14="http://schemas.microsoft.com/office/powerpoint/2010/main" val="3209560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76200"/>
            <a:ext cx="207645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76200"/>
            <a:ext cx="607695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98C5C1B-A2ED-6EEC-44B7-DCAB1260D92A}"/>
              </a:ext>
            </a:extLst>
          </p:cNvPr>
          <p:cNvSpPr>
            <a:spLocks noGrp="1" noChangeArrowheads="1"/>
          </p:cNvSpPr>
          <p:nvPr>
            <p:ph type="sldNum" sz="quarter" idx="10"/>
          </p:nvPr>
        </p:nvSpPr>
        <p:spPr>
          <a:ln/>
        </p:spPr>
        <p:txBody>
          <a:bodyPr/>
          <a:lstStyle>
            <a:lvl1pPr>
              <a:defRPr/>
            </a:lvl1pPr>
          </a:lstStyle>
          <a:p>
            <a:r>
              <a:rPr lang="en-US" altLang="en-US"/>
              <a:t>5-</a:t>
            </a:r>
            <a:fld id="{E02BEB5D-603E-6B4C-AFF6-B3B4C9656DC1}" type="slidenum">
              <a:rPr lang="en-US" altLang="en-US"/>
              <a:pPr/>
              <a:t>‹#›</a:t>
            </a:fld>
            <a:endParaRPr lang="en-US" altLang="en-US"/>
          </a:p>
        </p:txBody>
      </p:sp>
    </p:spTree>
    <p:extLst>
      <p:ext uri="{BB962C8B-B14F-4D97-AF65-F5344CB8AC3E}">
        <p14:creationId xmlns:p14="http://schemas.microsoft.com/office/powerpoint/2010/main" val="2799157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AutoShape 2">
            <a:extLst>
              <a:ext uri="{FF2B5EF4-FFF2-40B4-BE49-F238E27FC236}">
                <a16:creationId xmlns:a16="http://schemas.microsoft.com/office/drawing/2014/main" id="{A71B6108-D3F0-51E0-7010-B2BBAADC06AF}"/>
              </a:ext>
            </a:extLst>
          </p:cNvPr>
          <p:cNvSpPr>
            <a:spLocks noChangeArrowheads="1"/>
          </p:cNvSpPr>
          <p:nvPr/>
        </p:nvSpPr>
        <p:spPr bwMode="auto">
          <a:xfrm flipH="1">
            <a:off x="0" y="0"/>
            <a:ext cx="9144000" cy="1295400"/>
          </a:xfrm>
          <a:prstGeom prst="homePlate">
            <a:avLst>
              <a:gd name="adj" fmla="val 0"/>
            </a:avLst>
          </a:prstGeom>
          <a:gradFill rotWithShape="1">
            <a:gsLst>
              <a:gs pos="0">
                <a:srgbClr val="E4CB9D"/>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eaLnBrk="1" hangingPunct="1"/>
            <a:endParaRPr lang="en-US" altLang="en-US" sz="2400" baseline="-25000"/>
          </a:p>
        </p:txBody>
      </p:sp>
      <p:sp>
        <p:nvSpPr>
          <p:cNvPr id="1027" name="Rectangle 3">
            <a:extLst>
              <a:ext uri="{FF2B5EF4-FFF2-40B4-BE49-F238E27FC236}">
                <a16:creationId xmlns:a16="http://schemas.microsoft.com/office/drawing/2014/main" id="{8CD81EE1-577B-3A1D-1FA9-8B1B1569575C}"/>
              </a:ext>
            </a:extLst>
          </p:cNvPr>
          <p:cNvSpPr>
            <a:spLocks noGrp="1" noChangeArrowheads="1"/>
          </p:cNvSpPr>
          <p:nvPr>
            <p:ph type="title"/>
          </p:nvPr>
        </p:nvSpPr>
        <p:spPr bwMode="auto">
          <a:xfrm>
            <a:off x="457200" y="76200"/>
            <a:ext cx="83058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E3CE4FF0-2B2C-8FE8-D17F-1A796469B9F1}"/>
              </a:ext>
            </a:extLst>
          </p:cNvPr>
          <p:cNvSpPr>
            <a:spLocks noGrp="1" noChangeArrowheads="1"/>
          </p:cNvSpPr>
          <p:nvPr>
            <p:ph type="body" idx="1"/>
          </p:nvPr>
        </p:nvSpPr>
        <p:spPr bwMode="auto">
          <a:xfrm>
            <a:off x="457200" y="1600200"/>
            <a:ext cx="83058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72069" name="Rectangle 5">
            <a:extLst>
              <a:ext uri="{FF2B5EF4-FFF2-40B4-BE49-F238E27FC236}">
                <a16:creationId xmlns:a16="http://schemas.microsoft.com/office/drawing/2014/main" id="{E6844198-B0B9-F4C7-26F0-EC0F09D356B3}"/>
              </a:ext>
            </a:extLst>
          </p:cNvPr>
          <p:cNvSpPr>
            <a:spLocks noGrp="1" noChangeArrowheads="1"/>
          </p:cNvSpPr>
          <p:nvPr>
            <p:ph type="sldNum" sz="quarter" idx="4"/>
          </p:nvPr>
        </p:nvSpPr>
        <p:spPr bwMode="auto">
          <a:xfrm>
            <a:off x="7162800" y="6397625"/>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000">
                <a:latin typeface="Arial" panose="020B0604020202020204" pitchFamily="34" charset="0"/>
              </a:defRPr>
            </a:lvl1pPr>
          </a:lstStyle>
          <a:p>
            <a:r>
              <a:rPr lang="en-US" altLang="en-US"/>
              <a:t>5-</a:t>
            </a:r>
            <a:fld id="{8A5AFEA0-125C-7747-A1FD-9297069E320A}" type="slidenum">
              <a:rPr lang="en-US" altLang="en-US"/>
              <a:pPr/>
              <a:t>‹#›</a:t>
            </a:fld>
            <a:endParaRPr lang="en-US" altLang="en-US"/>
          </a:p>
        </p:txBody>
      </p:sp>
      <p:sp>
        <p:nvSpPr>
          <p:cNvPr id="1030" name="Rectangle 6">
            <a:extLst>
              <a:ext uri="{FF2B5EF4-FFF2-40B4-BE49-F238E27FC236}">
                <a16:creationId xmlns:a16="http://schemas.microsoft.com/office/drawing/2014/main" id="{8220345C-8C0D-19EF-2237-A8731A6C602C}"/>
              </a:ext>
            </a:extLst>
          </p:cNvPr>
          <p:cNvSpPr>
            <a:spLocks noChangeArrowheads="1"/>
          </p:cNvSpPr>
          <p:nvPr/>
        </p:nvSpPr>
        <p:spPr bwMode="auto">
          <a:xfrm>
            <a:off x="228600" y="6324600"/>
            <a:ext cx="556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a:spcBef>
                <a:spcPct val="50000"/>
              </a:spcBef>
            </a:pPr>
            <a:r>
              <a:rPr lang="en-US" altLang="en-US" sz="1200"/>
              <a:t>Copyright © 2015 Pearson Education, Inc. </a:t>
            </a:r>
          </a:p>
        </p:txBody>
      </p:sp>
    </p:spTree>
  </p:cSld>
  <p:clrMap bg1="lt1" tx1="dk1" bg2="lt2" tx2="dk2" accent1="accent1" accent2="accent2" accent3="accent3" accent4="accent4" accent5="accent5" accent6="accent6" hlink="hlink" folHlink="folHlink"/>
  <p:sldLayoutIdLst>
    <p:sldLayoutId id="2147483759"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ftr="0" dt="0"/>
  <p:txStyles>
    <p:titleStyle>
      <a:lvl1pPr algn="l" rtl="0" eaLnBrk="0" fontAlgn="base" hangingPunct="0">
        <a:spcBef>
          <a:spcPct val="0"/>
        </a:spcBef>
        <a:spcAft>
          <a:spcPct val="0"/>
        </a:spcAft>
        <a:defRPr sz="3600" b="1">
          <a:solidFill>
            <a:srgbClr val="79B146"/>
          </a:solidFill>
          <a:latin typeface="+mj-lt"/>
          <a:ea typeface="+mj-ea"/>
          <a:cs typeface="+mj-cs"/>
        </a:defRPr>
      </a:lvl1pPr>
      <a:lvl2pPr algn="l" rtl="0" eaLnBrk="0" fontAlgn="base" hangingPunct="0">
        <a:spcBef>
          <a:spcPct val="0"/>
        </a:spcBef>
        <a:spcAft>
          <a:spcPct val="0"/>
        </a:spcAft>
        <a:defRPr sz="3600" b="1">
          <a:solidFill>
            <a:srgbClr val="79B146"/>
          </a:solidFill>
          <a:latin typeface="Arial" charset="0"/>
          <a:ea typeface="ヒラギノ角ゴ Pro W3" pitchFamily="1" charset="-128"/>
          <a:cs typeface="Arial" charset="0"/>
        </a:defRPr>
      </a:lvl2pPr>
      <a:lvl3pPr algn="l" rtl="0" eaLnBrk="0" fontAlgn="base" hangingPunct="0">
        <a:spcBef>
          <a:spcPct val="0"/>
        </a:spcBef>
        <a:spcAft>
          <a:spcPct val="0"/>
        </a:spcAft>
        <a:defRPr sz="3600" b="1">
          <a:solidFill>
            <a:srgbClr val="79B146"/>
          </a:solidFill>
          <a:latin typeface="Arial" charset="0"/>
          <a:ea typeface="ヒラギノ角ゴ Pro W3" pitchFamily="1" charset="-128"/>
          <a:cs typeface="Arial" charset="0"/>
        </a:defRPr>
      </a:lvl3pPr>
      <a:lvl4pPr algn="l" rtl="0" eaLnBrk="0" fontAlgn="base" hangingPunct="0">
        <a:spcBef>
          <a:spcPct val="0"/>
        </a:spcBef>
        <a:spcAft>
          <a:spcPct val="0"/>
        </a:spcAft>
        <a:defRPr sz="3600" b="1">
          <a:solidFill>
            <a:srgbClr val="79B146"/>
          </a:solidFill>
          <a:latin typeface="Arial" charset="0"/>
          <a:ea typeface="ヒラギノ角ゴ Pro W3" pitchFamily="1" charset="-128"/>
          <a:cs typeface="Arial" charset="0"/>
        </a:defRPr>
      </a:lvl4pPr>
      <a:lvl5pPr algn="l" rtl="0" eaLnBrk="0" fontAlgn="base" hangingPunct="0">
        <a:spcBef>
          <a:spcPct val="0"/>
        </a:spcBef>
        <a:spcAft>
          <a:spcPct val="0"/>
        </a:spcAft>
        <a:defRPr sz="3600" b="1">
          <a:solidFill>
            <a:srgbClr val="79B146"/>
          </a:solidFill>
          <a:latin typeface="Arial" charset="0"/>
          <a:ea typeface="ヒラギノ角ゴ Pro W3" pitchFamily="1" charset="-128"/>
          <a:cs typeface="Arial" charset="0"/>
        </a:defRPr>
      </a:lvl5pPr>
      <a:lvl6pPr marL="457200" algn="l" rtl="0" fontAlgn="base">
        <a:spcBef>
          <a:spcPct val="0"/>
        </a:spcBef>
        <a:spcAft>
          <a:spcPct val="0"/>
        </a:spcAft>
        <a:defRPr sz="3600" b="1">
          <a:solidFill>
            <a:srgbClr val="79B146"/>
          </a:solidFill>
          <a:latin typeface="Arial" charset="0"/>
          <a:ea typeface="ヒラギノ角ゴ Pro W3" pitchFamily="1" charset="-128"/>
          <a:cs typeface="Arial" charset="0"/>
        </a:defRPr>
      </a:lvl6pPr>
      <a:lvl7pPr marL="914400" algn="l" rtl="0" fontAlgn="base">
        <a:spcBef>
          <a:spcPct val="0"/>
        </a:spcBef>
        <a:spcAft>
          <a:spcPct val="0"/>
        </a:spcAft>
        <a:defRPr sz="3600" b="1">
          <a:solidFill>
            <a:srgbClr val="79B146"/>
          </a:solidFill>
          <a:latin typeface="Arial" charset="0"/>
          <a:ea typeface="ヒラギノ角ゴ Pro W3" pitchFamily="1" charset="-128"/>
          <a:cs typeface="Arial" charset="0"/>
        </a:defRPr>
      </a:lvl7pPr>
      <a:lvl8pPr marL="1371600" algn="l" rtl="0" fontAlgn="base">
        <a:spcBef>
          <a:spcPct val="0"/>
        </a:spcBef>
        <a:spcAft>
          <a:spcPct val="0"/>
        </a:spcAft>
        <a:defRPr sz="3600" b="1">
          <a:solidFill>
            <a:srgbClr val="79B146"/>
          </a:solidFill>
          <a:latin typeface="Arial" charset="0"/>
          <a:ea typeface="ヒラギノ角ゴ Pro W3" pitchFamily="1" charset="-128"/>
          <a:cs typeface="Arial" charset="0"/>
        </a:defRPr>
      </a:lvl8pPr>
      <a:lvl9pPr marL="1828800" algn="l" rtl="0" fontAlgn="base">
        <a:spcBef>
          <a:spcPct val="0"/>
        </a:spcBef>
        <a:spcAft>
          <a:spcPct val="0"/>
        </a:spcAft>
        <a:defRPr sz="3600" b="1">
          <a:solidFill>
            <a:srgbClr val="79B146"/>
          </a:solidFill>
          <a:latin typeface="Arial" charset="0"/>
          <a:ea typeface="ヒラギノ角ゴ Pro W3" pitchFamily="1" charset="-128"/>
          <a:cs typeface="Arial" charset="0"/>
        </a:defRPr>
      </a:lvl9pPr>
    </p:titleStyle>
    <p:bodyStyle>
      <a:lvl1pPr marL="342900" indent="-342900" algn="l" rtl="0" eaLnBrk="0" fontAlgn="base" hangingPunct="0">
        <a:spcBef>
          <a:spcPct val="20000"/>
        </a:spcBef>
        <a:spcAft>
          <a:spcPct val="0"/>
        </a:spcAft>
        <a:buClr>
          <a:srgbClr val="79B146"/>
        </a:buClr>
        <a:buFont typeface="Times" pitchFamily="1"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79B146"/>
        </a:buClr>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lr>
          <a:srgbClr val="79B146"/>
        </a:buClr>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lr>
          <a:srgbClr val="79B146"/>
        </a:buClr>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lr>
          <a:srgbClr val="79B146"/>
        </a:buClr>
        <a:buChar char="»"/>
        <a:defRPr sz="2000">
          <a:solidFill>
            <a:schemeClr val="tx1"/>
          </a:solidFill>
          <a:latin typeface="+mn-lt"/>
          <a:ea typeface="+mn-ea"/>
          <a:cs typeface="+mn-cs"/>
        </a:defRPr>
      </a:lvl5pPr>
      <a:lvl6pPr marL="2514600" indent="-228600" algn="l" rtl="0" fontAlgn="base">
        <a:spcBef>
          <a:spcPct val="20000"/>
        </a:spcBef>
        <a:spcAft>
          <a:spcPct val="0"/>
        </a:spcAft>
        <a:buClr>
          <a:srgbClr val="79B146"/>
        </a:buClr>
        <a:buChar char="»"/>
        <a:defRPr sz="2000">
          <a:solidFill>
            <a:schemeClr val="tx1"/>
          </a:solidFill>
          <a:latin typeface="+mn-lt"/>
          <a:ea typeface="+mn-ea"/>
          <a:cs typeface="+mn-cs"/>
        </a:defRPr>
      </a:lvl6pPr>
      <a:lvl7pPr marL="2971800" indent="-228600" algn="l" rtl="0" fontAlgn="base">
        <a:spcBef>
          <a:spcPct val="20000"/>
        </a:spcBef>
        <a:spcAft>
          <a:spcPct val="0"/>
        </a:spcAft>
        <a:buClr>
          <a:srgbClr val="79B146"/>
        </a:buClr>
        <a:buChar char="»"/>
        <a:defRPr sz="2000">
          <a:solidFill>
            <a:schemeClr val="tx1"/>
          </a:solidFill>
          <a:latin typeface="+mn-lt"/>
          <a:ea typeface="+mn-ea"/>
          <a:cs typeface="+mn-cs"/>
        </a:defRPr>
      </a:lvl7pPr>
      <a:lvl8pPr marL="3429000" indent="-228600" algn="l" rtl="0" fontAlgn="base">
        <a:spcBef>
          <a:spcPct val="20000"/>
        </a:spcBef>
        <a:spcAft>
          <a:spcPct val="0"/>
        </a:spcAft>
        <a:buClr>
          <a:srgbClr val="79B146"/>
        </a:buClr>
        <a:buChar char="»"/>
        <a:defRPr sz="2000">
          <a:solidFill>
            <a:schemeClr val="tx1"/>
          </a:solidFill>
          <a:latin typeface="+mn-lt"/>
          <a:ea typeface="+mn-ea"/>
          <a:cs typeface="+mn-cs"/>
        </a:defRPr>
      </a:lvl8pPr>
      <a:lvl9pPr marL="3886200" indent="-228600" algn="l" rtl="0" fontAlgn="base">
        <a:spcBef>
          <a:spcPct val="20000"/>
        </a:spcBef>
        <a:spcAft>
          <a:spcPct val="0"/>
        </a:spcAft>
        <a:buClr>
          <a:srgbClr val="79B146"/>
        </a:buClr>
        <a:buChar char="»"/>
        <a:defRPr sz="20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6723C10-9D85-24C6-696C-0BD1704F0EB8}"/>
              </a:ext>
            </a:extLst>
          </p:cNvPr>
          <p:cNvSpPr>
            <a:spLocks noChangeArrowheads="1"/>
          </p:cNvSpPr>
          <p:nvPr/>
        </p:nvSpPr>
        <p:spPr bwMode="auto">
          <a:xfrm>
            <a:off x="304800" y="457200"/>
            <a:ext cx="85344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algn="ctr"/>
            <a:r>
              <a:rPr lang="en-US" altLang="en-US" sz="3200" b="1">
                <a:latin typeface="Times" pitchFamily="1" charset="0"/>
              </a:rPr>
              <a:t>Chapter 5:</a:t>
            </a:r>
            <a:br>
              <a:rPr lang="en-US" altLang="en-US" sz="3200" b="1">
                <a:latin typeface="Times" pitchFamily="1" charset="0"/>
              </a:rPr>
            </a:br>
            <a:r>
              <a:rPr lang="en-US" altLang="en-US" sz="3200" b="1">
                <a:latin typeface="Times" pitchFamily="1" charset="0"/>
              </a:rPr>
              <a:t>Algorithms</a:t>
            </a:r>
          </a:p>
        </p:txBody>
      </p:sp>
      <p:sp>
        <p:nvSpPr>
          <p:cNvPr id="3075" name="Rectangle 5">
            <a:extLst>
              <a:ext uri="{FF2B5EF4-FFF2-40B4-BE49-F238E27FC236}">
                <a16:creationId xmlns:a16="http://schemas.microsoft.com/office/drawing/2014/main" id="{86372DB0-D5E1-5769-4932-CC44AAA5FECF}"/>
              </a:ext>
            </a:extLst>
          </p:cNvPr>
          <p:cNvSpPr>
            <a:spLocks noChangeArrowheads="1"/>
          </p:cNvSpPr>
          <p:nvPr/>
        </p:nvSpPr>
        <p:spPr bwMode="auto">
          <a:xfrm>
            <a:off x="838200" y="1981200"/>
            <a:ext cx="7543800"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algn="ctr"/>
            <a:r>
              <a:rPr lang="en-US" altLang="en-US" sz="2400" b="1">
                <a:latin typeface="Arial" panose="020B0604020202020204" pitchFamily="34" charset="0"/>
              </a:rPr>
              <a:t>Computer Science: An Overview</a:t>
            </a:r>
            <a:br>
              <a:rPr lang="en-US" altLang="en-US" sz="2400" b="1">
                <a:latin typeface="Arial" panose="020B0604020202020204" pitchFamily="34" charset="0"/>
              </a:rPr>
            </a:br>
            <a:r>
              <a:rPr lang="en-US" altLang="en-US" sz="2400" b="1">
                <a:latin typeface="Arial" panose="020B0604020202020204" pitchFamily="34" charset="0"/>
              </a:rPr>
              <a:t>Eleventh Edition</a:t>
            </a:r>
          </a:p>
          <a:p>
            <a:endParaRPr lang="en-US" altLang="en-US" sz="2400" b="1">
              <a:latin typeface="Arial" panose="020B0604020202020204" pitchFamily="34" charset="0"/>
            </a:endParaRPr>
          </a:p>
          <a:p>
            <a:pPr algn="ctr"/>
            <a:r>
              <a:rPr lang="en-US" altLang="en-US" sz="2400" b="1">
                <a:latin typeface="Arial" panose="020B0604020202020204" pitchFamily="34" charset="0"/>
              </a:rPr>
              <a:t>by </a:t>
            </a:r>
          </a:p>
          <a:p>
            <a:pPr algn="ctr"/>
            <a:r>
              <a:rPr lang="en-US" altLang="en-US" sz="2400" b="1">
                <a:latin typeface="Arial" panose="020B0604020202020204" pitchFamily="34" charset="0"/>
              </a:rPr>
              <a:t>J. Glenn Brookshear</a:t>
            </a:r>
          </a:p>
          <a:p>
            <a:pPr algn="ctr"/>
            <a:r>
              <a:rPr lang="en-US" altLang="en-US" sz="2400" b="1">
                <a:latin typeface="Arial" panose="020B0604020202020204" pitchFamily="34" charset="0"/>
              </a:rPr>
              <a:t>Dennis Brylow</a:t>
            </a:r>
          </a:p>
          <a:p>
            <a:pPr algn="ctr"/>
            <a:endParaRPr lang="en-US" altLang="en-US" sz="2400" b="1">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AE9DA3-26F3-8255-7B84-8142DA9F6A56}"/>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2B7E3305-8D53-5141-AF81-8B587CB455D4}" type="slidenum">
              <a:rPr lang="en-US" altLang="en-US" sz="1000">
                <a:latin typeface="Arial" panose="020B0604020202020204" pitchFamily="34" charset="0"/>
              </a:rPr>
              <a:pPr/>
              <a:t>2</a:t>
            </a:fld>
            <a:endParaRPr lang="en-US" altLang="en-US" sz="1000">
              <a:latin typeface="Arial" panose="020B0604020202020204" pitchFamily="34" charset="0"/>
            </a:endParaRPr>
          </a:p>
        </p:txBody>
      </p:sp>
      <p:sp>
        <p:nvSpPr>
          <p:cNvPr id="4099" name="Rectangle 2">
            <a:extLst>
              <a:ext uri="{FF2B5EF4-FFF2-40B4-BE49-F238E27FC236}">
                <a16:creationId xmlns:a16="http://schemas.microsoft.com/office/drawing/2014/main" id="{F48DCA27-5094-42E5-D985-63957AE8E59B}"/>
              </a:ext>
            </a:extLst>
          </p:cNvPr>
          <p:cNvSpPr>
            <a:spLocks noGrp="1" noChangeArrowheads="1"/>
          </p:cNvSpPr>
          <p:nvPr>
            <p:ph type="title"/>
          </p:nvPr>
        </p:nvSpPr>
        <p:spPr/>
        <p:txBody>
          <a:bodyPr/>
          <a:lstStyle/>
          <a:p>
            <a:pPr eaLnBrk="1" hangingPunct="1"/>
            <a:r>
              <a:rPr lang="en-US" altLang="en-US"/>
              <a:t>Chapter 5:  Algorithms</a:t>
            </a:r>
          </a:p>
        </p:txBody>
      </p:sp>
      <p:sp>
        <p:nvSpPr>
          <p:cNvPr id="4100" name="Rectangle 3">
            <a:extLst>
              <a:ext uri="{FF2B5EF4-FFF2-40B4-BE49-F238E27FC236}">
                <a16:creationId xmlns:a16="http://schemas.microsoft.com/office/drawing/2014/main" id="{532BAF59-3B5F-870B-FCB8-4CE32086E03F}"/>
              </a:ext>
            </a:extLst>
          </p:cNvPr>
          <p:cNvSpPr>
            <a:spLocks noGrp="1" noChangeArrowheads="1"/>
          </p:cNvSpPr>
          <p:nvPr>
            <p:ph type="body" idx="1"/>
          </p:nvPr>
        </p:nvSpPr>
        <p:spPr/>
        <p:txBody>
          <a:bodyPr/>
          <a:lstStyle/>
          <a:p>
            <a:pPr eaLnBrk="1" hangingPunct="1"/>
            <a:r>
              <a:rPr lang="en-US" altLang="en-US"/>
              <a:t>5.1 The Concept of an Algorithm</a:t>
            </a:r>
          </a:p>
          <a:p>
            <a:pPr eaLnBrk="1" hangingPunct="1"/>
            <a:r>
              <a:rPr lang="en-US" altLang="en-US"/>
              <a:t>5.2 Algorithm Representation</a:t>
            </a:r>
          </a:p>
          <a:p>
            <a:pPr eaLnBrk="1" hangingPunct="1"/>
            <a:r>
              <a:rPr lang="en-US" altLang="en-US"/>
              <a:t>5.3 Algorithm Discovery</a:t>
            </a:r>
          </a:p>
          <a:p>
            <a:pPr eaLnBrk="1" hangingPunct="1"/>
            <a:r>
              <a:rPr lang="en-US" altLang="en-US"/>
              <a:t>5.4  Iterative Structures</a:t>
            </a:r>
          </a:p>
          <a:p>
            <a:pPr eaLnBrk="1" hangingPunct="1"/>
            <a:r>
              <a:rPr lang="en-US" altLang="en-US"/>
              <a:t>5.5 Recursive Structures</a:t>
            </a:r>
          </a:p>
          <a:p>
            <a:pPr eaLnBrk="1" hangingPunct="1"/>
            <a:r>
              <a:rPr lang="en-US" altLang="en-US"/>
              <a:t>5.6 Efficiency and Correctness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9CB99E-ED7D-3B1B-DC64-E325F489C183}"/>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A89DCE51-0327-1649-AA8E-7F27DD466A62}" type="slidenum">
              <a:rPr lang="en-US" altLang="en-US" sz="1000">
                <a:latin typeface="Arial" panose="020B0604020202020204" pitchFamily="34" charset="0"/>
              </a:rPr>
              <a:pPr/>
              <a:t>3</a:t>
            </a:fld>
            <a:endParaRPr lang="en-US" altLang="en-US" sz="1000">
              <a:latin typeface="Arial" panose="020B0604020202020204" pitchFamily="34" charset="0"/>
            </a:endParaRPr>
          </a:p>
        </p:txBody>
      </p:sp>
      <p:sp>
        <p:nvSpPr>
          <p:cNvPr id="5123" name="Rectangle 2">
            <a:extLst>
              <a:ext uri="{FF2B5EF4-FFF2-40B4-BE49-F238E27FC236}">
                <a16:creationId xmlns:a16="http://schemas.microsoft.com/office/drawing/2014/main" id="{4ED6A059-0115-D9D1-DA36-0E8426AE6227}"/>
              </a:ext>
            </a:extLst>
          </p:cNvPr>
          <p:cNvSpPr>
            <a:spLocks noGrp="1" noChangeArrowheads="1"/>
          </p:cNvSpPr>
          <p:nvPr>
            <p:ph type="title"/>
          </p:nvPr>
        </p:nvSpPr>
        <p:spPr/>
        <p:txBody>
          <a:bodyPr/>
          <a:lstStyle/>
          <a:p>
            <a:pPr eaLnBrk="1" hangingPunct="1"/>
            <a:r>
              <a:rPr lang="en-US" altLang="en-US"/>
              <a:t>Definition of Algorithm</a:t>
            </a:r>
          </a:p>
        </p:txBody>
      </p:sp>
      <p:sp>
        <p:nvSpPr>
          <p:cNvPr id="5124" name="Rectangle 3">
            <a:extLst>
              <a:ext uri="{FF2B5EF4-FFF2-40B4-BE49-F238E27FC236}">
                <a16:creationId xmlns:a16="http://schemas.microsoft.com/office/drawing/2014/main" id="{C55B466F-640E-DA71-9641-6DF64D06995D}"/>
              </a:ext>
            </a:extLst>
          </p:cNvPr>
          <p:cNvSpPr>
            <a:spLocks noGrp="1" noChangeArrowheads="1"/>
          </p:cNvSpPr>
          <p:nvPr>
            <p:ph type="body" idx="1"/>
          </p:nvPr>
        </p:nvSpPr>
        <p:spPr>
          <a:xfrm>
            <a:off x="457200" y="1600200"/>
            <a:ext cx="8077200" cy="4114800"/>
          </a:xfrm>
        </p:spPr>
        <p:txBody>
          <a:bodyPr/>
          <a:lstStyle/>
          <a:p>
            <a:pPr eaLnBrk="1" hangingPunct="1">
              <a:buFont typeface="Times" pitchFamily="1" charset="0"/>
              <a:buNone/>
            </a:pPr>
            <a:r>
              <a:rPr lang="en-US" altLang="en-US"/>
              <a:t>	</a:t>
            </a:r>
            <a:r>
              <a:rPr lang="en-US" altLang="en-US" sz="3600"/>
              <a:t>An algorithm is an </a:t>
            </a:r>
            <a:r>
              <a:rPr lang="en-US" altLang="en-US" sz="3600" b="1"/>
              <a:t>ordered</a:t>
            </a:r>
            <a:r>
              <a:rPr lang="en-US" altLang="en-US" sz="3600"/>
              <a:t> set of </a:t>
            </a:r>
            <a:r>
              <a:rPr lang="en-US" altLang="en-US" sz="3600" b="1"/>
              <a:t>unambiguous</a:t>
            </a:r>
            <a:r>
              <a:rPr lang="en-US" altLang="en-US" sz="3600"/>
              <a:t>, </a:t>
            </a:r>
            <a:r>
              <a:rPr lang="en-US" altLang="en-US" sz="3600" b="1"/>
              <a:t>executable</a:t>
            </a:r>
            <a:r>
              <a:rPr lang="en-US" altLang="en-US" sz="3600"/>
              <a:t> steps that defines a </a:t>
            </a:r>
            <a:r>
              <a:rPr lang="en-US" altLang="en-US" sz="3600" b="1"/>
              <a:t>terminating</a:t>
            </a:r>
            <a:r>
              <a:rPr lang="en-US" altLang="en-US" sz="3600"/>
              <a:t> process.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2950B3-5188-C678-D273-30304FB7184F}"/>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5B32398F-A16E-2F4F-BF0D-B3C1B03CBBA8}" type="slidenum">
              <a:rPr lang="en-US" altLang="en-US" sz="1000">
                <a:latin typeface="Arial" panose="020B0604020202020204" pitchFamily="34" charset="0"/>
              </a:rPr>
              <a:pPr/>
              <a:t>4</a:t>
            </a:fld>
            <a:endParaRPr lang="en-US" altLang="en-US" sz="1000">
              <a:latin typeface="Arial" panose="020B0604020202020204" pitchFamily="34" charset="0"/>
            </a:endParaRPr>
          </a:p>
        </p:txBody>
      </p:sp>
      <p:sp>
        <p:nvSpPr>
          <p:cNvPr id="6147" name="Rectangle 2">
            <a:extLst>
              <a:ext uri="{FF2B5EF4-FFF2-40B4-BE49-F238E27FC236}">
                <a16:creationId xmlns:a16="http://schemas.microsoft.com/office/drawing/2014/main" id="{BA4C13F4-FEA5-E240-21C6-0C360A89944B}"/>
              </a:ext>
            </a:extLst>
          </p:cNvPr>
          <p:cNvSpPr>
            <a:spLocks noGrp="1" noChangeArrowheads="1"/>
          </p:cNvSpPr>
          <p:nvPr>
            <p:ph type="title"/>
          </p:nvPr>
        </p:nvSpPr>
        <p:spPr/>
        <p:txBody>
          <a:bodyPr/>
          <a:lstStyle/>
          <a:p>
            <a:pPr eaLnBrk="1" hangingPunct="1"/>
            <a:r>
              <a:rPr lang="en-US" altLang="en-US"/>
              <a:t>Algorithm Representation</a:t>
            </a:r>
          </a:p>
        </p:txBody>
      </p:sp>
      <p:sp>
        <p:nvSpPr>
          <p:cNvPr id="6148" name="Rectangle 3">
            <a:extLst>
              <a:ext uri="{FF2B5EF4-FFF2-40B4-BE49-F238E27FC236}">
                <a16:creationId xmlns:a16="http://schemas.microsoft.com/office/drawing/2014/main" id="{20F58C83-3484-E78E-56EF-95DCC8152925}"/>
              </a:ext>
            </a:extLst>
          </p:cNvPr>
          <p:cNvSpPr>
            <a:spLocks noGrp="1" noChangeArrowheads="1"/>
          </p:cNvSpPr>
          <p:nvPr>
            <p:ph type="body" idx="1"/>
          </p:nvPr>
        </p:nvSpPr>
        <p:spPr/>
        <p:txBody>
          <a:bodyPr/>
          <a:lstStyle/>
          <a:p>
            <a:pPr eaLnBrk="1" hangingPunct="1"/>
            <a:r>
              <a:rPr lang="en-US" altLang="en-US"/>
              <a:t>Requires well-defined primitives</a:t>
            </a:r>
          </a:p>
          <a:p>
            <a:pPr eaLnBrk="1" hangingPunct="1"/>
            <a:r>
              <a:rPr lang="en-US" altLang="en-US"/>
              <a:t>A collection of primitives constitutes a programming language.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EAAEFAA9-A52D-6662-2B70-ACC7E7CC2BFC}"/>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9E1F8502-79BC-2141-8342-98E29148DA91}" type="slidenum">
              <a:rPr lang="en-US" altLang="en-US" sz="1000">
                <a:latin typeface="Arial" panose="020B0604020202020204" pitchFamily="34" charset="0"/>
              </a:rPr>
              <a:pPr/>
              <a:t>5</a:t>
            </a:fld>
            <a:endParaRPr lang="en-US" altLang="en-US" sz="1000">
              <a:latin typeface="Arial" panose="020B0604020202020204" pitchFamily="34" charset="0"/>
            </a:endParaRPr>
          </a:p>
        </p:txBody>
      </p:sp>
      <p:sp>
        <p:nvSpPr>
          <p:cNvPr id="7171" name="Rectangle 2">
            <a:extLst>
              <a:ext uri="{FF2B5EF4-FFF2-40B4-BE49-F238E27FC236}">
                <a16:creationId xmlns:a16="http://schemas.microsoft.com/office/drawing/2014/main" id="{DBF75D76-9E8D-F1C3-E54E-BE2BF4D228B7}"/>
              </a:ext>
            </a:extLst>
          </p:cNvPr>
          <p:cNvSpPr>
            <a:spLocks noGrp="1" noChangeArrowheads="1"/>
          </p:cNvSpPr>
          <p:nvPr>
            <p:ph type="title"/>
          </p:nvPr>
        </p:nvSpPr>
        <p:spPr>
          <a:xfrm>
            <a:off x="457200" y="228600"/>
            <a:ext cx="8305800" cy="1143000"/>
          </a:xfrm>
        </p:spPr>
        <p:txBody>
          <a:bodyPr/>
          <a:lstStyle/>
          <a:p>
            <a:pPr eaLnBrk="1" hangingPunct="1"/>
            <a:r>
              <a:rPr lang="en-US" altLang="en-US" b="0"/>
              <a:t>Figure 5.2</a:t>
            </a:r>
            <a:r>
              <a:rPr lang="en-US" altLang="en-US"/>
              <a:t>  Folding a bird from a square piece of paper</a:t>
            </a:r>
          </a:p>
        </p:txBody>
      </p:sp>
      <p:pic>
        <p:nvPicPr>
          <p:cNvPr id="7172" name="Picture 6" descr="fig_05_02">
            <a:extLst>
              <a:ext uri="{FF2B5EF4-FFF2-40B4-BE49-F238E27FC236}">
                <a16:creationId xmlns:a16="http://schemas.microsoft.com/office/drawing/2014/main" id="{828BBCAA-0BA9-4EE3-51A6-346810A8579A}"/>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00200"/>
            <a:ext cx="4295775" cy="461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F6670465-0199-899E-CFB6-1B0233E7CB11}"/>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4DCDC293-4AD3-814B-829D-5AB15B56D8F1}" type="slidenum">
              <a:rPr lang="en-US" altLang="en-US" sz="1000">
                <a:latin typeface="Arial" panose="020B0604020202020204" pitchFamily="34" charset="0"/>
              </a:rPr>
              <a:pPr/>
              <a:t>6</a:t>
            </a:fld>
            <a:endParaRPr lang="en-US" altLang="en-US" sz="1000">
              <a:latin typeface="Arial" panose="020B0604020202020204" pitchFamily="34" charset="0"/>
            </a:endParaRPr>
          </a:p>
        </p:txBody>
      </p:sp>
      <p:sp>
        <p:nvSpPr>
          <p:cNvPr id="8195" name="Rectangle 2">
            <a:extLst>
              <a:ext uri="{FF2B5EF4-FFF2-40B4-BE49-F238E27FC236}">
                <a16:creationId xmlns:a16="http://schemas.microsoft.com/office/drawing/2014/main" id="{16A8BC47-18E7-65E8-5A68-980EFDFCB94A}"/>
              </a:ext>
            </a:extLst>
          </p:cNvPr>
          <p:cNvSpPr>
            <a:spLocks noGrp="1" noChangeArrowheads="1"/>
          </p:cNvSpPr>
          <p:nvPr>
            <p:ph type="title"/>
          </p:nvPr>
        </p:nvSpPr>
        <p:spPr/>
        <p:txBody>
          <a:bodyPr/>
          <a:lstStyle/>
          <a:p>
            <a:pPr eaLnBrk="1" hangingPunct="1"/>
            <a:r>
              <a:rPr lang="en-US" altLang="en-US" b="0"/>
              <a:t>Figure 5.3</a:t>
            </a:r>
            <a:r>
              <a:rPr lang="en-US" altLang="en-US"/>
              <a:t>  Origami primitives</a:t>
            </a:r>
          </a:p>
        </p:txBody>
      </p:sp>
      <p:pic>
        <p:nvPicPr>
          <p:cNvPr id="8196" name="Picture 6" descr="fig_05_03">
            <a:extLst>
              <a:ext uri="{FF2B5EF4-FFF2-40B4-BE49-F238E27FC236}">
                <a16:creationId xmlns:a16="http://schemas.microsoft.com/office/drawing/2014/main" id="{4CBE63F6-2001-E018-199E-AE439F9DE9B7}"/>
              </a:ext>
            </a:extLst>
          </p:cNvPr>
          <p:cNvPicPr preferRelativeResize="0">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2451100" y="1447800"/>
            <a:ext cx="4241800"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FE57D7-A2AF-8070-1F50-08764E1C1576}"/>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6A02CB65-57ED-F14A-BEE4-9C412468D3A6}" type="slidenum">
              <a:rPr lang="en-US" altLang="en-US" sz="1000">
                <a:latin typeface="Arial" panose="020B0604020202020204" pitchFamily="34" charset="0"/>
              </a:rPr>
              <a:pPr/>
              <a:t>7</a:t>
            </a:fld>
            <a:endParaRPr lang="en-US" altLang="en-US" sz="1000">
              <a:latin typeface="Arial" panose="020B0604020202020204" pitchFamily="34" charset="0"/>
            </a:endParaRPr>
          </a:p>
        </p:txBody>
      </p:sp>
      <p:sp>
        <p:nvSpPr>
          <p:cNvPr id="9219" name="Rectangle 2">
            <a:extLst>
              <a:ext uri="{FF2B5EF4-FFF2-40B4-BE49-F238E27FC236}">
                <a16:creationId xmlns:a16="http://schemas.microsoft.com/office/drawing/2014/main" id="{F0EB86B8-76E1-855A-7DB7-87B7E8087611}"/>
              </a:ext>
            </a:extLst>
          </p:cNvPr>
          <p:cNvSpPr>
            <a:spLocks noGrp="1" noChangeArrowheads="1"/>
          </p:cNvSpPr>
          <p:nvPr>
            <p:ph type="title"/>
          </p:nvPr>
        </p:nvSpPr>
        <p:spPr/>
        <p:txBody>
          <a:bodyPr/>
          <a:lstStyle/>
          <a:p>
            <a:pPr eaLnBrk="1" hangingPunct="1"/>
            <a:r>
              <a:rPr lang="en-US" altLang="en-US"/>
              <a:t>Pseudocode Primitives</a:t>
            </a:r>
          </a:p>
        </p:txBody>
      </p:sp>
      <p:sp>
        <p:nvSpPr>
          <p:cNvPr id="9220" name="Rectangle 3">
            <a:extLst>
              <a:ext uri="{FF2B5EF4-FFF2-40B4-BE49-F238E27FC236}">
                <a16:creationId xmlns:a16="http://schemas.microsoft.com/office/drawing/2014/main" id="{29BF5307-9F59-D958-0A6A-5188207BFF7F}"/>
              </a:ext>
            </a:extLst>
          </p:cNvPr>
          <p:cNvSpPr>
            <a:spLocks noGrp="1" noChangeArrowheads="1"/>
          </p:cNvSpPr>
          <p:nvPr>
            <p:ph type="body" idx="1"/>
          </p:nvPr>
        </p:nvSpPr>
        <p:spPr>
          <a:xfrm>
            <a:off x="457200" y="1524000"/>
            <a:ext cx="8305800" cy="4191000"/>
          </a:xfrm>
        </p:spPr>
        <p:txBody>
          <a:bodyPr/>
          <a:lstStyle/>
          <a:p>
            <a:pPr eaLnBrk="1" hangingPunct="1">
              <a:defRPr/>
            </a:pPr>
            <a:r>
              <a:rPr lang="en-US" sz="3600" dirty="0"/>
              <a:t>Assignment</a:t>
            </a:r>
          </a:p>
          <a:p>
            <a:pPr eaLnBrk="1" hangingPunct="1">
              <a:spcBef>
                <a:spcPts val="1200"/>
              </a:spcBef>
              <a:buFont typeface="Times" pitchFamily="1" charset="0"/>
              <a:buNone/>
              <a:defRPr/>
            </a:pPr>
            <a:r>
              <a:rPr lang="en-US" dirty="0"/>
              <a:t>		</a:t>
            </a:r>
            <a:r>
              <a:rPr lang="en-US" sz="2800" i="1" dirty="0">
                <a:solidFill>
                  <a:srgbClr val="800000"/>
                </a:solidFill>
                <a:latin typeface="Consolas" pitchFamily="49" charset="0"/>
                <a:cs typeface="Consolas" pitchFamily="49" charset="0"/>
              </a:rPr>
              <a:t>name</a:t>
            </a:r>
            <a:r>
              <a:rPr lang="en-US" sz="2800" dirty="0">
                <a:solidFill>
                  <a:srgbClr val="008000"/>
                </a:solidFill>
                <a:latin typeface="Consolas" pitchFamily="49" charset="0"/>
                <a:cs typeface="Consolas" pitchFamily="49" charset="0"/>
              </a:rPr>
              <a:t> </a:t>
            </a:r>
            <a:r>
              <a:rPr lang="en-US" sz="2800" dirty="0">
                <a:solidFill>
                  <a:srgbClr val="008000"/>
                </a:solidFill>
                <a:latin typeface="Consolas" pitchFamily="49" charset="0"/>
                <a:cs typeface="Consolas" pitchFamily="49" charset="0"/>
                <a:sym typeface="Wingdings" pitchFamily="2" charset="2"/>
              </a:rPr>
              <a:t>= </a:t>
            </a:r>
            <a:r>
              <a:rPr lang="en-US" sz="2800" i="1" dirty="0">
                <a:solidFill>
                  <a:srgbClr val="008000"/>
                </a:solidFill>
                <a:latin typeface="Consolas" pitchFamily="49" charset="0"/>
                <a:cs typeface="Consolas" pitchFamily="49" charset="0"/>
                <a:sym typeface="Wingdings" pitchFamily="2" charset="2"/>
              </a:rPr>
              <a:t>expression</a:t>
            </a:r>
          </a:p>
          <a:p>
            <a:pPr eaLnBrk="1" hangingPunct="1">
              <a:spcBef>
                <a:spcPts val="1200"/>
              </a:spcBef>
              <a:defRPr/>
            </a:pPr>
            <a:r>
              <a:rPr lang="en-US" sz="3600" dirty="0">
                <a:sym typeface="Wingdings" pitchFamily="2" charset="2"/>
              </a:rPr>
              <a:t>Example</a:t>
            </a:r>
          </a:p>
          <a:p>
            <a:pPr marL="0" indent="0">
              <a:spcBef>
                <a:spcPts val="1200"/>
              </a:spcBef>
              <a:buFont typeface="Times" pitchFamily="1" charset="0"/>
              <a:buNone/>
              <a:defRPr/>
            </a:pPr>
            <a:r>
              <a:rPr lang="en-US" sz="2400" b="1" dirty="0">
                <a:sym typeface="Wingdings" pitchFamily="2" charset="2"/>
              </a:rPr>
              <a:t>	</a:t>
            </a:r>
            <a:r>
              <a:rPr lang="en-US" sz="2800" dirty="0" err="1">
                <a:solidFill>
                  <a:srgbClr val="9A3416"/>
                </a:solidFill>
                <a:latin typeface="Consolas" pitchFamily="49" charset="0"/>
                <a:cs typeface="Consolas" pitchFamily="49" charset="0"/>
              </a:rPr>
              <a:t>RemainingFunds</a:t>
            </a:r>
            <a:r>
              <a:rPr lang="en-US" sz="2800" dirty="0">
                <a:solidFill>
                  <a:srgbClr val="008000"/>
                </a:solidFill>
                <a:latin typeface="Consolas" pitchFamily="49" charset="0"/>
                <a:cs typeface="Consolas" pitchFamily="49" charset="0"/>
              </a:rPr>
              <a:t> = </a:t>
            </a:r>
            <a:r>
              <a:rPr lang="en-US" sz="2800" dirty="0" err="1">
                <a:solidFill>
                  <a:srgbClr val="008000"/>
                </a:solidFill>
                <a:latin typeface="Consolas" pitchFamily="49" charset="0"/>
                <a:cs typeface="Consolas" pitchFamily="49" charset="0"/>
              </a:rPr>
              <a:t>CheckingBalance</a:t>
            </a:r>
            <a:r>
              <a:rPr lang="en-US" sz="2800" dirty="0">
                <a:solidFill>
                  <a:srgbClr val="008000"/>
                </a:solidFill>
                <a:latin typeface="Consolas" pitchFamily="49" charset="0"/>
                <a:cs typeface="Consolas" pitchFamily="49" charset="0"/>
              </a:rPr>
              <a:t> +            </a:t>
            </a:r>
          </a:p>
          <a:p>
            <a:pPr marL="0" indent="0">
              <a:spcBef>
                <a:spcPts val="0"/>
              </a:spcBef>
              <a:buFont typeface="Times" pitchFamily="1" charset="0"/>
              <a:buNone/>
              <a:defRPr/>
            </a:pPr>
            <a:r>
              <a:rPr lang="en-US" sz="2800" dirty="0">
                <a:solidFill>
                  <a:srgbClr val="008000"/>
                </a:solidFill>
                <a:latin typeface="Consolas" pitchFamily="49" charset="0"/>
                <a:cs typeface="Consolas" pitchFamily="49" charset="0"/>
              </a:rPr>
              <a:t>                           </a:t>
            </a:r>
            <a:r>
              <a:rPr lang="en-US" sz="2800" dirty="0" err="1">
                <a:solidFill>
                  <a:srgbClr val="008000"/>
                </a:solidFill>
                <a:latin typeface="Consolas" pitchFamily="49" charset="0"/>
                <a:cs typeface="Consolas" pitchFamily="49" charset="0"/>
              </a:rPr>
              <a:t>SavingsBalance</a:t>
            </a:r>
            <a:endParaRPr lang="en-US" sz="2800" dirty="0">
              <a:solidFill>
                <a:srgbClr val="008000"/>
              </a:solidFill>
              <a:latin typeface="Consolas" pitchFamily="49" charset="0"/>
              <a:cs typeface="Consolas"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AAD0BE-F71C-499F-2463-93462C920B49}"/>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BF070319-7A2C-084D-8FEF-C7F5EFED5228}" type="slidenum">
              <a:rPr lang="en-US" altLang="en-US" sz="1000">
                <a:latin typeface="Arial" panose="020B0604020202020204" pitchFamily="34" charset="0"/>
              </a:rPr>
              <a:pPr/>
              <a:t>8</a:t>
            </a:fld>
            <a:endParaRPr lang="en-US" altLang="en-US" sz="1000">
              <a:latin typeface="Arial" panose="020B0604020202020204" pitchFamily="34" charset="0"/>
            </a:endParaRPr>
          </a:p>
        </p:txBody>
      </p:sp>
      <p:sp>
        <p:nvSpPr>
          <p:cNvPr id="10243" name="Rectangle 2">
            <a:extLst>
              <a:ext uri="{FF2B5EF4-FFF2-40B4-BE49-F238E27FC236}">
                <a16:creationId xmlns:a16="http://schemas.microsoft.com/office/drawing/2014/main" id="{6E25CEEA-B56B-AA77-4119-4D21891C844D}"/>
              </a:ext>
            </a:extLst>
          </p:cNvPr>
          <p:cNvSpPr>
            <a:spLocks noGrp="1" noChangeArrowheads="1"/>
          </p:cNvSpPr>
          <p:nvPr>
            <p:ph type="title"/>
          </p:nvPr>
        </p:nvSpPr>
        <p:spPr/>
        <p:txBody>
          <a:bodyPr/>
          <a:lstStyle/>
          <a:p>
            <a:pPr eaLnBrk="1" hangingPunct="1"/>
            <a:r>
              <a:rPr lang="en-US" altLang="en-US"/>
              <a:t>Pseudocode Primitives </a:t>
            </a:r>
            <a:r>
              <a:rPr lang="en-US" altLang="en-US" sz="3200"/>
              <a:t>(continued)</a:t>
            </a:r>
          </a:p>
        </p:txBody>
      </p:sp>
      <p:sp>
        <p:nvSpPr>
          <p:cNvPr id="10244" name="Rectangle 3">
            <a:extLst>
              <a:ext uri="{FF2B5EF4-FFF2-40B4-BE49-F238E27FC236}">
                <a16:creationId xmlns:a16="http://schemas.microsoft.com/office/drawing/2014/main" id="{8A411277-5367-CECC-2C05-D32A31E97A95}"/>
              </a:ext>
            </a:extLst>
          </p:cNvPr>
          <p:cNvSpPr>
            <a:spLocks noGrp="1" noChangeArrowheads="1"/>
          </p:cNvSpPr>
          <p:nvPr>
            <p:ph type="body" idx="1"/>
          </p:nvPr>
        </p:nvSpPr>
        <p:spPr>
          <a:xfrm>
            <a:off x="457200" y="1447800"/>
            <a:ext cx="8305800" cy="4191000"/>
          </a:xfrm>
        </p:spPr>
        <p:txBody>
          <a:bodyPr/>
          <a:lstStyle/>
          <a:p>
            <a:pPr eaLnBrk="1" hangingPunct="1"/>
            <a:r>
              <a:rPr lang="en-US" altLang="en-US" sz="3600">
                <a:sym typeface="Wingdings" pitchFamily="2" charset="2"/>
              </a:rPr>
              <a:t>Conditional selection</a:t>
            </a:r>
          </a:p>
          <a:p>
            <a:pPr eaLnBrk="1" hangingPunct="1">
              <a:spcBef>
                <a:spcPts val="1200"/>
              </a:spcBef>
              <a:buFont typeface="Times" pitchFamily="1" charset="0"/>
              <a:buNone/>
            </a:pPr>
            <a:r>
              <a:rPr lang="en-US" altLang="en-US" sz="2800" b="1">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if</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i="1">
                <a:solidFill>
                  <a:srgbClr val="008000"/>
                </a:solidFill>
                <a:latin typeface="Consolas" panose="020B0609020204030204" pitchFamily="49" charset="0"/>
                <a:cs typeface="Consolas" panose="020B0609020204030204" pitchFamily="49" charset="0"/>
                <a:sym typeface="Wingdings" pitchFamily="2" charset="2"/>
              </a:rPr>
              <a:t>condition</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i="1">
                <a:solidFill>
                  <a:srgbClr val="008000"/>
                </a:solidFill>
                <a:latin typeface="Consolas" panose="020B0609020204030204" pitchFamily="49" charset="0"/>
                <a:cs typeface="Consolas" panose="020B0609020204030204" pitchFamily="49" charset="0"/>
                <a:sym typeface="Wingdings" pitchFamily="2" charset="2"/>
              </a:rPr>
              <a:t>activity</a:t>
            </a:r>
          </a:p>
          <a:p>
            <a:pPr eaLnBrk="1" hangingPunct="1">
              <a:spcBef>
                <a:spcPts val="1200"/>
              </a:spcBef>
            </a:pPr>
            <a:r>
              <a:rPr lang="en-US" altLang="en-US" sz="3600">
                <a:sym typeface="Wingdings" pitchFamily="2" charset="2"/>
              </a:rPr>
              <a:t>Example</a:t>
            </a:r>
          </a:p>
          <a:p>
            <a:pPr eaLnBrk="1" hangingPunct="1">
              <a:spcBef>
                <a:spcPts val="1200"/>
              </a:spcBef>
              <a:buFont typeface="Times" pitchFamily="1" charset="0"/>
              <a:buNone/>
            </a:pPr>
            <a:r>
              <a:rPr lang="en-US" altLang="en-US" sz="2800">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rPr>
              <a:t>if</a:t>
            </a:r>
            <a:r>
              <a:rPr lang="en-US" altLang="en-US" sz="2800">
                <a:solidFill>
                  <a:srgbClr val="008000"/>
                </a:solidFill>
                <a:latin typeface="Consolas" panose="020B0609020204030204" pitchFamily="49" charset="0"/>
                <a:cs typeface="Consolas" panose="020B0609020204030204" pitchFamily="49" charset="0"/>
              </a:rPr>
              <a:t> (sales have decreased)</a:t>
            </a:r>
            <a:r>
              <a:rPr lang="en-US" altLang="en-US" sz="2800">
                <a:solidFill>
                  <a:srgbClr val="0000FF"/>
                </a:solidFill>
                <a:latin typeface="Consolas" panose="020B0609020204030204" pitchFamily="49" charset="0"/>
                <a:cs typeface="Consolas" panose="020B0609020204030204" pitchFamily="49" charset="0"/>
              </a:rPr>
              <a:t>:</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rPr>
              <a:t>          lower the price by 5%</a:t>
            </a:r>
          </a:p>
          <a:p>
            <a:pPr eaLnBrk="1" hangingPunct="1">
              <a:spcBef>
                <a:spcPct val="0"/>
              </a:spcBef>
              <a:buFont typeface="Times" pitchFamily="1" charset="0"/>
              <a:buNone/>
            </a:pPr>
            <a:endParaRPr lang="en-US" altLang="en-US" sz="2800" i="1">
              <a:latin typeface="Consolas" panose="020B0609020204030204" pitchFamily="49" charset="0"/>
              <a:cs typeface="Consolas" panose="020B0609020204030204" pitchFamily="49" charset="0"/>
              <a:sym typeface="Wingdings" pitchFamily="2" charset="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610FEC-2880-4DFD-A933-FAA86F73C822}"/>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B00ED8FB-21DA-C04D-A4E1-367F16026DCE}" type="slidenum">
              <a:rPr lang="en-US" altLang="en-US" sz="1000">
                <a:latin typeface="Arial" panose="020B0604020202020204" pitchFamily="34" charset="0"/>
              </a:rPr>
              <a:pPr/>
              <a:t>9</a:t>
            </a:fld>
            <a:endParaRPr lang="en-US" altLang="en-US" sz="1000">
              <a:latin typeface="Arial" panose="020B0604020202020204" pitchFamily="34" charset="0"/>
            </a:endParaRPr>
          </a:p>
        </p:txBody>
      </p:sp>
      <p:sp>
        <p:nvSpPr>
          <p:cNvPr id="11267" name="Rectangle 2">
            <a:extLst>
              <a:ext uri="{FF2B5EF4-FFF2-40B4-BE49-F238E27FC236}">
                <a16:creationId xmlns:a16="http://schemas.microsoft.com/office/drawing/2014/main" id="{CB5466CB-2645-50B3-EC14-ACFEEE43DBEE}"/>
              </a:ext>
            </a:extLst>
          </p:cNvPr>
          <p:cNvSpPr>
            <a:spLocks noGrp="1" noChangeArrowheads="1"/>
          </p:cNvSpPr>
          <p:nvPr>
            <p:ph type="title"/>
          </p:nvPr>
        </p:nvSpPr>
        <p:spPr/>
        <p:txBody>
          <a:bodyPr/>
          <a:lstStyle/>
          <a:p>
            <a:pPr eaLnBrk="1" hangingPunct="1"/>
            <a:r>
              <a:rPr lang="en-US" altLang="en-US"/>
              <a:t>Pseudocode Primitives </a:t>
            </a:r>
            <a:r>
              <a:rPr lang="en-US" altLang="en-US" sz="3200"/>
              <a:t>(continued)</a:t>
            </a:r>
          </a:p>
        </p:txBody>
      </p:sp>
      <p:sp>
        <p:nvSpPr>
          <p:cNvPr id="11268" name="Rectangle 3">
            <a:extLst>
              <a:ext uri="{FF2B5EF4-FFF2-40B4-BE49-F238E27FC236}">
                <a16:creationId xmlns:a16="http://schemas.microsoft.com/office/drawing/2014/main" id="{DFE83CDF-35C3-B11B-7A9B-E5FD30A55440}"/>
              </a:ext>
            </a:extLst>
          </p:cNvPr>
          <p:cNvSpPr>
            <a:spLocks noGrp="1" noChangeArrowheads="1"/>
          </p:cNvSpPr>
          <p:nvPr>
            <p:ph type="body" idx="1"/>
          </p:nvPr>
        </p:nvSpPr>
        <p:spPr>
          <a:xfrm>
            <a:off x="457200" y="1066800"/>
            <a:ext cx="8305800" cy="5257800"/>
          </a:xfrm>
        </p:spPr>
        <p:txBody>
          <a:bodyPr/>
          <a:lstStyle/>
          <a:p>
            <a:pPr eaLnBrk="1" hangingPunct="1"/>
            <a:r>
              <a:rPr lang="en-US" altLang="en-US" sz="3600">
                <a:sym typeface="Wingdings" pitchFamily="2" charset="2"/>
              </a:rPr>
              <a:t>Conditional selection</a:t>
            </a:r>
          </a:p>
          <a:p>
            <a:pPr eaLnBrk="1" hangingPunct="1">
              <a:spcBef>
                <a:spcPts val="1200"/>
              </a:spcBef>
              <a:buFont typeface="Times" pitchFamily="1" charset="0"/>
              <a:buNone/>
            </a:pPr>
            <a:r>
              <a:rPr lang="en-US" altLang="en-US" sz="2800" b="1">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if</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i="1">
                <a:solidFill>
                  <a:srgbClr val="008000"/>
                </a:solidFill>
                <a:latin typeface="Consolas" panose="020B0609020204030204" pitchFamily="49" charset="0"/>
                <a:cs typeface="Consolas" panose="020B0609020204030204" pitchFamily="49" charset="0"/>
                <a:sym typeface="Wingdings" pitchFamily="2" charset="2"/>
              </a:rPr>
              <a:t>condition</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i="1">
                <a:solidFill>
                  <a:srgbClr val="008000"/>
                </a:solidFill>
                <a:latin typeface="Consolas" panose="020B0609020204030204" pitchFamily="49" charset="0"/>
                <a:cs typeface="Consolas" panose="020B0609020204030204" pitchFamily="49" charset="0"/>
                <a:sym typeface="Wingdings" pitchFamily="2" charset="2"/>
              </a:rPr>
              <a:t>activity</a:t>
            </a:r>
          </a:p>
          <a:p>
            <a:pPr eaLnBrk="1" hangingPunct="1">
              <a:spcBef>
                <a:spcPct val="0"/>
              </a:spcBef>
              <a:buFont typeface="Times" pitchFamily="1" charset="0"/>
              <a:buNone/>
            </a:pPr>
            <a:r>
              <a:rPr lang="en-US" altLang="en-US" sz="2800" i="1">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else:</a:t>
            </a:r>
          </a:p>
          <a:p>
            <a:pPr eaLnBrk="1" hangingPunct="1">
              <a:spcBef>
                <a:spcPct val="0"/>
              </a:spcBef>
              <a:buFont typeface="Times" pitchFamily="1" charset="0"/>
              <a:buNone/>
            </a:pPr>
            <a:r>
              <a:rPr lang="en-US" altLang="en-US" sz="2800" i="1">
                <a:solidFill>
                  <a:srgbClr val="008000"/>
                </a:solidFill>
                <a:latin typeface="Consolas" panose="020B0609020204030204" pitchFamily="49" charset="0"/>
                <a:cs typeface="Consolas" panose="020B0609020204030204" pitchFamily="49" charset="0"/>
                <a:sym typeface="Wingdings" pitchFamily="2" charset="2"/>
              </a:rPr>
              <a:t>          activity</a:t>
            </a:r>
          </a:p>
          <a:p>
            <a:pPr eaLnBrk="1" hangingPunct="1">
              <a:spcBef>
                <a:spcPts val="1200"/>
              </a:spcBef>
            </a:pPr>
            <a:r>
              <a:rPr lang="en-US" altLang="en-US" sz="3600">
                <a:sym typeface="Wingdings" pitchFamily="2" charset="2"/>
              </a:rPr>
              <a:t>Example</a:t>
            </a:r>
          </a:p>
          <a:p>
            <a:pPr eaLnBrk="1" hangingPunct="1">
              <a:spcBef>
                <a:spcPts val="1200"/>
              </a:spcBef>
              <a:buFont typeface="Times" pitchFamily="1" charset="0"/>
              <a:buNone/>
            </a:pPr>
            <a:r>
              <a:rPr lang="en-US" altLang="en-US" sz="2800">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rPr>
              <a:t>if</a:t>
            </a:r>
            <a:r>
              <a:rPr lang="en-US" altLang="en-US" sz="2800">
                <a:solidFill>
                  <a:srgbClr val="008000"/>
                </a:solidFill>
                <a:latin typeface="Consolas" panose="020B0609020204030204" pitchFamily="49" charset="0"/>
                <a:cs typeface="Consolas" panose="020B0609020204030204" pitchFamily="49" charset="0"/>
              </a:rPr>
              <a:t> (year is leap year)</a:t>
            </a:r>
            <a:r>
              <a:rPr lang="en-US" altLang="en-US" sz="2800">
                <a:solidFill>
                  <a:srgbClr val="0000FF"/>
                </a:solidFill>
                <a:latin typeface="Consolas" panose="020B0609020204030204" pitchFamily="49" charset="0"/>
                <a:cs typeface="Consolas" panose="020B0609020204030204" pitchFamily="49" charset="0"/>
              </a:rPr>
              <a:t>:</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rPr>
              <a:t>          </a:t>
            </a:r>
            <a:r>
              <a:rPr lang="en-US" altLang="en-US" sz="2800">
                <a:solidFill>
                  <a:srgbClr val="800000"/>
                </a:solidFill>
                <a:latin typeface="Consolas" panose="020B0609020204030204" pitchFamily="49" charset="0"/>
                <a:cs typeface="Consolas" panose="020B0609020204030204" pitchFamily="49" charset="0"/>
              </a:rPr>
              <a:t>daily total </a:t>
            </a:r>
            <a:r>
              <a:rPr lang="en-US" altLang="en-US" sz="2800">
                <a:solidFill>
                  <a:srgbClr val="008000"/>
                </a:solidFill>
                <a:latin typeface="Consolas" panose="020B0609020204030204" pitchFamily="49" charset="0"/>
                <a:cs typeface="Consolas" panose="020B0609020204030204" pitchFamily="49" charset="0"/>
              </a:rPr>
              <a:t>= total / 366</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rPr>
              <a:t>      </a:t>
            </a:r>
            <a:r>
              <a:rPr lang="en-US" altLang="en-US" sz="2800">
                <a:solidFill>
                  <a:srgbClr val="0000FF"/>
                </a:solidFill>
                <a:latin typeface="Consolas" panose="020B0609020204030204" pitchFamily="49" charset="0"/>
                <a:cs typeface="Consolas" panose="020B0609020204030204" pitchFamily="49" charset="0"/>
              </a:rPr>
              <a:t>else:</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rPr>
              <a:t>          </a:t>
            </a:r>
            <a:r>
              <a:rPr lang="en-US" altLang="en-US" sz="2800">
                <a:solidFill>
                  <a:srgbClr val="800000"/>
                </a:solidFill>
                <a:latin typeface="Consolas" panose="020B0609020204030204" pitchFamily="49" charset="0"/>
                <a:cs typeface="Consolas" panose="020B0609020204030204" pitchFamily="49" charset="0"/>
              </a:rPr>
              <a:t>daily total </a:t>
            </a:r>
            <a:r>
              <a:rPr lang="en-US" altLang="en-US" sz="2800">
                <a:solidFill>
                  <a:srgbClr val="008000"/>
                </a:solidFill>
                <a:latin typeface="Consolas" panose="020B0609020204030204" pitchFamily="49" charset="0"/>
                <a:cs typeface="Consolas" panose="020B0609020204030204" pitchFamily="49" charset="0"/>
              </a:rPr>
              <a:t>= total / 365</a:t>
            </a:r>
          </a:p>
          <a:p>
            <a:pPr eaLnBrk="1" hangingPunct="1">
              <a:spcBef>
                <a:spcPct val="0"/>
              </a:spcBef>
              <a:buFont typeface="Times" pitchFamily="1" charset="0"/>
              <a:buNone/>
            </a:pPr>
            <a:endParaRPr lang="en-US" altLang="en-US" sz="2800" i="1">
              <a:latin typeface="Consolas" panose="020B0609020204030204" pitchFamily="49" charset="0"/>
              <a:cs typeface="Consolas" panose="020B0609020204030204" pitchFamily="49" charset="0"/>
              <a:sym typeface="Wingdings" pitchFamily="2" charset="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5B08F1-ADC5-F0A9-F20F-91A882CDCF93}"/>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DE88AC5E-8508-5D4F-919F-7D59D70C5552}" type="slidenum">
              <a:rPr lang="en-US" altLang="en-US" sz="1000">
                <a:latin typeface="Arial" panose="020B0604020202020204" pitchFamily="34" charset="0"/>
              </a:rPr>
              <a:pPr/>
              <a:t>10</a:t>
            </a:fld>
            <a:endParaRPr lang="en-US" altLang="en-US" sz="1000">
              <a:latin typeface="Arial" panose="020B0604020202020204" pitchFamily="34" charset="0"/>
            </a:endParaRPr>
          </a:p>
        </p:txBody>
      </p:sp>
      <p:sp>
        <p:nvSpPr>
          <p:cNvPr id="12291" name="Rectangle 2">
            <a:extLst>
              <a:ext uri="{FF2B5EF4-FFF2-40B4-BE49-F238E27FC236}">
                <a16:creationId xmlns:a16="http://schemas.microsoft.com/office/drawing/2014/main" id="{45913DD8-5C88-B096-0C7B-D952FE8823EA}"/>
              </a:ext>
            </a:extLst>
          </p:cNvPr>
          <p:cNvSpPr>
            <a:spLocks noGrp="1" noChangeArrowheads="1"/>
          </p:cNvSpPr>
          <p:nvPr>
            <p:ph type="title"/>
          </p:nvPr>
        </p:nvSpPr>
        <p:spPr/>
        <p:txBody>
          <a:bodyPr/>
          <a:lstStyle/>
          <a:p>
            <a:pPr eaLnBrk="1" hangingPunct="1"/>
            <a:r>
              <a:rPr lang="en-US" altLang="en-US"/>
              <a:t>Pseudocode Primitives </a:t>
            </a:r>
            <a:r>
              <a:rPr lang="en-US" altLang="en-US" sz="3200"/>
              <a:t>(continued)</a:t>
            </a:r>
          </a:p>
        </p:txBody>
      </p:sp>
      <p:sp>
        <p:nvSpPr>
          <p:cNvPr id="12292" name="Rectangle 3">
            <a:extLst>
              <a:ext uri="{FF2B5EF4-FFF2-40B4-BE49-F238E27FC236}">
                <a16:creationId xmlns:a16="http://schemas.microsoft.com/office/drawing/2014/main" id="{461486B1-37A6-A063-6EA2-71C423CD4754}"/>
              </a:ext>
            </a:extLst>
          </p:cNvPr>
          <p:cNvSpPr>
            <a:spLocks noGrp="1" noChangeArrowheads="1"/>
          </p:cNvSpPr>
          <p:nvPr>
            <p:ph type="body" idx="1"/>
          </p:nvPr>
        </p:nvSpPr>
        <p:spPr/>
        <p:txBody>
          <a:bodyPr/>
          <a:lstStyle/>
          <a:p>
            <a:pPr eaLnBrk="1" hangingPunct="1"/>
            <a:r>
              <a:rPr lang="en-US" altLang="en-US" sz="3600">
                <a:sym typeface="Wingdings" pitchFamily="2" charset="2"/>
              </a:rPr>
              <a:t>Repeated execution</a:t>
            </a:r>
          </a:p>
          <a:p>
            <a:pPr eaLnBrk="1" hangingPunct="1">
              <a:spcBef>
                <a:spcPts val="1200"/>
              </a:spcBef>
              <a:buFont typeface="Times" pitchFamily="1" charset="0"/>
              <a:buNone/>
            </a:pPr>
            <a:r>
              <a:rPr lang="en-US" altLang="en-US" sz="360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while</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i="1">
                <a:solidFill>
                  <a:srgbClr val="008000"/>
                </a:solidFill>
                <a:latin typeface="Consolas" panose="020B0609020204030204" pitchFamily="49" charset="0"/>
                <a:cs typeface="Consolas" panose="020B0609020204030204" pitchFamily="49" charset="0"/>
                <a:sym typeface="Wingdings" pitchFamily="2" charset="2"/>
              </a:rPr>
              <a:t>condition</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endParaRPr lang="en-US" altLang="en-US" sz="2800" b="1">
              <a:solidFill>
                <a:srgbClr val="008000"/>
              </a:solidFill>
              <a:latin typeface="Consolas" panose="020B0609020204030204" pitchFamily="49" charset="0"/>
              <a:cs typeface="Consolas" panose="020B0609020204030204" pitchFamily="49" charset="0"/>
              <a:sym typeface="Wingdings" pitchFamily="2" charset="2"/>
            </a:endParaRPr>
          </a:p>
          <a:p>
            <a:pPr eaLnBrk="1" hangingPunct="1">
              <a:spcBef>
                <a:spcPct val="0"/>
              </a:spcBef>
              <a:buFont typeface="Times" pitchFamily="1" charset="0"/>
              <a:buNone/>
            </a:pPr>
            <a:r>
              <a:rPr lang="en-US" altLang="en-US" sz="2800" b="1" i="1">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i="1">
                <a:solidFill>
                  <a:srgbClr val="008000"/>
                </a:solidFill>
                <a:latin typeface="Consolas" panose="020B0609020204030204" pitchFamily="49" charset="0"/>
                <a:cs typeface="Consolas" panose="020B0609020204030204" pitchFamily="49" charset="0"/>
                <a:sym typeface="Wingdings" pitchFamily="2" charset="2"/>
              </a:rPr>
              <a:t>body</a:t>
            </a:r>
          </a:p>
          <a:p>
            <a:pPr eaLnBrk="1" hangingPunct="1">
              <a:spcBef>
                <a:spcPts val="1200"/>
              </a:spcBef>
            </a:pPr>
            <a:r>
              <a:rPr lang="en-US" altLang="en-US" sz="3600">
                <a:sym typeface="Wingdings" pitchFamily="2" charset="2"/>
              </a:rPr>
              <a:t>Example</a:t>
            </a:r>
          </a:p>
          <a:p>
            <a:pPr eaLnBrk="1" hangingPunct="1">
              <a:buFont typeface="Times" pitchFamily="1" charset="0"/>
              <a:buNone/>
            </a:pPr>
            <a:r>
              <a:rPr lang="en-US" altLang="en-US" sz="2800">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while</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 (tickets remain to be sold)</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sell a ticket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C941D4-3055-6FA7-A109-8A7B8C41CB33}"/>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F647DD7B-900B-5041-80E8-0BD44B06190E}" type="slidenum">
              <a:rPr lang="en-US" altLang="en-US" sz="1000">
                <a:latin typeface="Arial" panose="020B0604020202020204" pitchFamily="34" charset="0"/>
              </a:rPr>
              <a:pPr/>
              <a:t>11</a:t>
            </a:fld>
            <a:endParaRPr lang="en-US" altLang="en-US" sz="1000">
              <a:latin typeface="Arial" panose="020B0604020202020204" pitchFamily="34" charset="0"/>
            </a:endParaRPr>
          </a:p>
        </p:txBody>
      </p:sp>
      <p:sp>
        <p:nvSpPr>
          <p:cNvPr id="13315" name="Rectangle 2">
            <a:extLst>
              <a:ext uri="{FF2B5EF4-FFF2-40B4-BE49-F238E27FC236}">
                <a16:creationId xmlns:a16="http://schemas.microsoft.com/office/drawing/2014/main" id="{65A636C7-7429-7260-973B-A44F39BA1FE4}"/>
              </a:ext>
            </a:extLst>
          </p:cNvPr>
          <p:cNvSpPr>
            <a:spLocks noGrp="1" noChangeArrowheads="1"/>
          </p:cNvSpPr>
          <p:nvPr>
            <p:ph type="title"/>
          </p:nvPr>
        </p:nvSpPr>
        <p:spPr/>
        <p:txBody>
          <a:bodyPr/>
          <a:lstStyle/>
          <a:p>
            <a:pPr eaLnBrk="1" hangingPunct="1"/>
            <a:r>
              <a:rPr lang="en-US" altLang="en-US"/>
              <a:t>Pseudocode Primitives </a:t>
            </a:r>
            <a:r>
              <a:rPr lang="en-US" altLang="en-US" sz="3200"/>
              <a:t>(continued)</a:t>
            </a:r>
          </a:p>
        </p:txBody>
      </p:sp>
      <p:sp>
        <p:nvSpPr>
          <p:cNvPr id="13316" name="Rectangle 3">
            <a:extLst>
              <a:ext uri="{FF2B5EF4-FFF2-40B4-BE49-F238E27FC236}">
                <a16:creationId xmlns:a16="http://schemas.microsoft.com/office/drawing/2014/main" id="{07C49052-2632-0FE8-4CFD-F83184104A21}"/>
              </a:ext>
            </a:extLst>
          </p:cNvPr>
          <p:cNvSpPr>
            <a:spLocks noGrp="1" noChangeArrowheads="1"/>
          </p:cNvSpPr>
          <p:nvPr>
            <p:ph type="body" idx="1"/>
          </p:nvPr>
        </p:nvSpPr>
        <p:spPr>
          <a:xfrm>
            <a:off x="457200" y="1447800"/>
            <a:ext cx="8534400" cy="4114800"/>
          </a:xfrm>
        </p:spPr>
        <p:txBody>
          <a:bodyPr/>
          <a:lstStyle/>
          <a:p>
            <a:pPr eaLnBrk="1" hangingPunct="1"/>
            <a:r>
              <a:rPr lang="en-US" altLang="en-US" sz="3600">
                <a:sym typeface="Wingdings" pitchFamily="2" charset="2"/>
              </a:rPr>
              <a:t>Indentation shows </a:t>
            </a:r>
            <a:r>
              <a:rPr lang="en-US" altLang="en-US" sz="3600" b="1">
                <a:sym typeface="Wingdings" pitchFamily="2" charset="2"/>
              </a:rPr>
              <a:t>nested</a:t>
            </a:r>
            <a:r>
              <a:rPr lang="en-US" altLang="en-US" sz="3600">
                <a:sym typeface="Wingdings" pitchFamily="2" charset="2"/>
              </a:rPr>
              <a:t> conditions </a:t>
            </a:r>
          </a:p>
          <a:p>
            <a:pPr eaLnBrk="1" hangingPunct="1">
              <a:spcBef>
                <a:spcPts val="1200"/>
              </a:spcBef>
              <a:buFont typeface="Times" pitchFamily="1" charset="0"/>
              <a:buNone/>
            </a:pPr>
            <a:r>
              <a:rPr lang="en-US" altLang="en-US" sz="2800">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if</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 (not raining)</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if</a:t>
            </a:r>
            <a:r>
              <a:rPr lang="en-US" altLang="en-US" sz="2800">
                <a:solidFill>
                  <a:srgbClr val="008000"/>
                </a:solidFill>
                <a:latin typeface="Consolas" panose="020B0609020204030204" pitchFamily="49" charset="0"/>
                <a:cs typeface="Consolas" panose="020B0609020204030204" pitchFamily="49" charset="0"/>
                <a:sym typeface="Wingdings" pitchFamily="2" charset="2"/>
              </a:rPr>
              <a:t> (temperature == hot)</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go swimming</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else:</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play golf</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a:t>
            </a:r>
            <a:r>
              <a:rPr lang="en-US" altLang="en-US" sz="2800">
                <a:solidFill>
                  <a:srgbClr val="0000FF"/>
                </a:solidFill>
                <a:latin typeface="Consolas" panose="020B0609020204030204" pitchFamily="49" charset="0"/>
                <a:cs typeface="Consolas" panose="020B0609020204030204" pitchFamily="49" charset="0"/>
                <a:sym typeface="Wingdings" pitchFamily="2" charset="2"/>
              </a:rPr>
              <a:t>else:</a:t>
            </a:r>
          </a:p>
          <a:p>
            <a:pPr eaLnBrk="1" hangingPunct="1">
              <a:spcBef>
                <a:spcPct val="0"/>
              </a:spcBef>
              <a:buFont typeface="Times" pitchFamily="1" charset="0"/>
              <a:buNone/>
            </a:pPr>
            <a:r>
              <a:rPr lang="en-US" altLang="en-US" sz="2800">
                <a:solidFill>
                  <a:srgbClr val="008000"/>
                </a:solidFill>
                <a:latin typeface="Consolas" panose="020B0609020204030204" pitchFamily="49" charset="0"/>
                <a:cs typeface="Consolas" panose="020B0609020204030204" pitchFamily="49" charset="0"/>
                <a:sym typeface="Wingdings" pitchFamily="2" charset="2"/>
              </a:rPr>
              <a:t>        watch television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E93F7B-92D6-C181-EFA6-5C0EBB740C6B}"/>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AC3754B3-48C4-704F-990C-FF01970CDB86}" type="slidenum">
              <a:rPr lang="en-US" altLang="en-US" sz="1000">
                <a:latin typeface="Arial" panose="020B0604020202020204" pitchFamily="34" charset="0"/>
              </a:rPr>
              <a:pPr/>
              <a:t>12</a:t>
            </a:fld>
            <a:endParaRPr lang="en-US" altLang="en-US" sz="1000">
              <a:latin typeface="Arial" panose="020B0604020202020204" pitchFamily="34" charset="0"/>
            </a:endParaRPr>
          </a:p>
        </p:txBody>
      </p:sp>
      <p:sp>
        <p:nvSpPr>
          <p:cNvPr id="14339" name="Rectangle 2">
            <a:extLst>
              <a:ext uri="{FF2B5EF4-FFF2-40B4-BE49-F238E27FC236}">
                <a16:creationId xmlns:a16="http://schemas.microsoft.com/office/drawing/2014/main" id="{03FC79CB-6917-EBCB-C01E-AF63313AD401}"/>
              </a:ext>
            </a:extLst>
          </p:cNvPr>
          <p:cNvSpPr>
            <a:spLocks noGrp="1" noChangeArrowheads="1"/>
          </p:cNvSpPr>
          <p:nvPr>
            <p:ph type="title"/>
          </p:nvPr>
        </p:nvSpPr>
        <p:spPr/>
        <p:txBody>
          <a:bodyPr/>
          <a:lstStyle/>
          <a:p>
            <a:pPr eaLnBrk="1" hangingPunct="1"/>
            <a:r>
              <a:rPr lang="en-US" altLang="en-US"/>
              <a:t>Pseudocode Primitives </a:t>
            </a:r>
            <a:r>
              <a:rPr lang="en-US" altLang="en-US" sz="3200"/>
              <a:t>(continued)</a:t>
            </a:r>
          </a:p>
        </p:txBody>
      </p:sp>
      <p:sp>
        <p:nvSpPr>
          <p:cNvPr id="10244" name="Rectangle 3">
            <a:extLst>
              <a:ext uri="{FF2B5EF4-FFF2-40B4-BE49-F238E27FC236}">
                <a16:creationId xmlns:a16="http://schemas.microsoft.com/office/drawing/2014/main" id="{82CFC226-4C9A-0166-9D51-931EFFBDC5C7}"/>
              </a:ext>
            </a:extLst>
          </p:cNvPr>
          <p:cNvSpPr>
            <a:spLocks noGrp="1" noChangeArrowheads="1"/>
          </p:cNvSpPr>
          <p:nvPr>
            <p:ph type="body" idx="1"/>
          </p:nvPr>
        </p:nvSpPr>
        <p:spPr>
          <a:xfrm>
            <a:off x="457200" y="1066800"/>
            <a:ext cx="8305800" cy="5334000"/>
          </a:xfrm>
        </p:spPr>
        <p:txBody>
          <a:bodyPr/>
          <a:lstStyle/>
          <a:p>
            <a:pPr eaLnBrk="1" hangingPunct="1">
              <a:defRPr/>
            </a:pPr>
            <a:r>
              <a:rPr lang="en-US" sz="3600" dirty="0">
                <a:sym typeface="Wingdings" pitchFamily="2" charset="2"/>
              </a:rPr>
              <a:t>Define a function</a:t>
            </a:r>
          </a:p>
          <a:p>
            <a:pPr eaLnBrk="1" hangingPunct="1">
              <a:spcBef>
                <a:spcPts val="1200"/>
              </a:spcBef>
              <a:buFont typeface="Times" pitchFamily="1" charset="0"/>
              <a:buNone/>
              <a:defRPr/>
            </a:pPr>
            <a:r>
              <a:rPr lang="en-US" sz="2800" dirty="0">
                <a:latin typeface="Consolas" pitchFamily="49" charset="0"/>
                <a:cs typeface="Consolas" pitchFamily="49" charset="0"/>
                <a:sym typeface="Wingdings" pitchFamily="2" charset="2"/>
              </a:rPr>
              <a:t>      </a:t>
            </a:r>
            <a:r>
              <a:rPr lang="en-US" sz="2800" dirty="0" err="1">
                <a:solidFill>
                  <a:srgbClr val="0000FF"/>
                </a:solidFill>
                <a:latin typeface="Consolas" pitchFamily="49" charset="0"/>
                <a:cs typeface="Consolas" pitchFamily="49" charset="0"/>
                <a:sym typeface="Wingdings" pitchFamily="2" charset="2"/>
              </a:rPr>
              <a:t>def</a:t>
            </a:r>
            <a:r>
              <a:rPr lang="en-US" sz="2800" dirty="0">
                <a:solidFill>
                  <a:srgbClr val="0000FF"/>
                </a:solidFill>
                <a:latin typeface="Consolas" pitchFamily="49" charset="0"/>
                <a:cs typeface="Consolas" pitchFamily="49" charset="0"/>
                <a:sym typeface="Wingdings" pitchFamily="2" charset="2"/>
              </a:rPr>
              <a:t> </a:t>
            </a:r>
            <a:r>
              <a:rPr lang="en-US" sz="2800" i="1" dirty="0">
                <a:solidFill>
                  <a:srgbClr val="800000"/>
                </a:solidFill>
                <a:latin typeface="Consolas" pitchFamily="49" charset="0"/>
                <a:cs typeface="Consolas" pitchFamily="49" charset="0"/>
                <a:sym typeface="Wingdings" pitchFamily="2" charset="2"/>
              </a:rPr>
              <a:t>name</a:t>
            </a:r>
            <a:r>
              <a:rPr lang="en-US" sz="2800" dirty="0">
                <a:solidFill>
                  <a:srgbClr val="008000"/>
                </a:solidFill>
                <a:latin typeface="Consolas" pitchFamily="49" charset="0"/>
                <a:cs typeface="Consolas" pitchFamily="49" charset="0"/>
                <a:sym typeface="Wingdings" pitchFamily="2" charset="2"/>
              </a:rPr>
              <a:t>()</a:t>
            </a:r>
            <a:r>
              <a:rPr lang="en-US" sz="2800" dirty="0">
                <a:solidFill>
                  <a:srgbClr val="0000FF"/>
                </a:solidFill>
                <a:latin typeface="Consolas" pitchFamily="49" charset="0"/>
                <a:cs typeface="Consolas" pitchFamily="49" charset="0"/>
                <a:sym typeface="Wingdings" pitchFamily="2" charset="2"/>
              </a:rPr>
              <a:t>:</a:t>
            </a:r>
          </a:p>
          <a:p>
            <a:pPr eaLnBrk="1" hangingPunct="1">
              <a:spcBef>
                <a:spcPts val="1200"/>
              </a:spcBef>
              <a:defRPr/>
            </a:pPr>
            <a:r>
              <a:rPr lang="en-US" dirty="0">
                <a:sym typeface="Wingdings" pitchFamily="2" charset="2"/>
              </a:rPr>
              <a:t>Example</a:t>
            </a:r>
          </a:p>
          <a:p>
            <a:pPr marL="0" indent="0" eaLnBrk="1" hangingPunct="1">
              <a:spcBef>
                <a:spcPts val="1200"/>
              </a:spcBef>
              <a:buFont typeface="Times" pitchFamily="1" charset="0"/>
              <a:buNone/>
              <a:defRPr/>
            </a:pPr>
            <a:r>
              <a:rPr lang="en-US" sz="2800" dirty="0">
                <a:latin typeface="Consolas" pitchFamily="49" charset="0"/>
                <a:cs typeface="Consolas" pitchFamily="49" charset="0"/>
                <a:sym typeface="Wingdings" pitchFamily="2" charset="2"/>
              </a:rPr>
              <a:t>      </a:t>
            </a:r>
            <a:r>
              <a:rPr lang="en-US" sz="2800" dirty="0" err="1">
                <a:solidFill>
                  <a:srgbClr val="0000FF"/>
                </a:solidFill>
                <a:latin typeface="Consolas" pitchFamily="49" charset="0"/>
                <a:cs typeface="Consolas" pitchFamily="49" charset="0"/>
                <a:sym typeface="Wingdings" pitchFamily="2" charset="2"/>
              </a:rPr>
              <a:t>def</a:t>
            </a:r>
            <a:r>
              <a:rPr lang="en-US" sz="2800" dirty="0">
                <a:solidFill>
                  <a:srgbClr val="008000"/>
                </a:solidFill>
                <a:latin typeface="Consolas" pitchFamily="49" charset="0"/>
                <a:cs typeface="Consolas" pitchFamily="49" charset="0"/>
                <a:sym typeface="Wingdings" pitchFamily="2" charset="2"/>
              </a:rPr>
              <a:t> </a:t>
            </a:r>
            <a:r>
              <a:rPr lang="en-US" sz="2800" dirty="0" err="1">
                <a:solidFill>
                  <a:srgbClr val="800000"/>
                </a:solidFill>
                <a:latin typeface="Consolas" pitchFamily="49" charset="0"/>
                <a:cs typeface="Consolas" pitchFamily="49" charset="0"/>
                <a:sym typeface="Wingdings" pitchFamily="2" charset="2"/>
              </a:rPr>
              <a:t>ProcessLoan</a:t>
            </a:r>
            <a:r>
              <a:rPr lang="en-US" sz="2800" dirty="0">
                <a:solidFill>
                  <a:srgbClr val="008000"/>
                </a:solidFill>
                <a:latin typeface="Consolas" pitchFamily="49" charset="0"/>
                <a:cs typeface="Consolas" pitchFamily="49" charset="0"/>
                <a:sym typeface="Wingdings" pitchFamily="2" charset="2"/>
              </a:rPr>
              <a:t>():</a:t>
            </a:r>
          </a:p>
          <a:p>
            <a:pPr eaLnBrk="1" hangingPunct="1">
              <a:spcBef>
                <a:spcPts val="1200"/>
              </a:spcBef>
              <a:defRPr/>
            </a:pPr>
            <a:r>
              <a:rPr lang="en-US" dirty="0">
                <a:sym typeface="Wingdings" pitchFamily="2" charset="2"/>
              </a:rPr>
              <a:t>Executing a function</a:t>
            </a:r>
          </a:p>
          <a:p>
            <a:pPr marL="0" indent="0" eaLnBrk="1" hangingPunct="1">
              <a:spcBef>
                <a:spcPts val="1200"/>
              </a:spcBef>
              <a:buFont typeface="Times" pitchFamily="1" charset="0"/>
              <a:buNone/>
              <a:defRPr/>
            </a:pPr>
            <a:r>
              <a:rPr lang="en-US" sz="2800" dirty="0">
                <a:latin typeface="Consolas" pitchFamily="49" charset="0"/>
                <a:cs typeface="Consolas" pitchFamily="49" charset="0"/>
                <a:sym typeface="Wingdings" pitchFamily="2" charset="2"/>
              </a:rPr>
              <a:t>      </a:t>
            </a:r>
            <a:r>
              <a:rPr lang="en-US" sz="2800" dirty="0">
                <a:solidFill>
                  <a:srgbClr val="0000FF"/>
                </a:solidFill>
                <a:latin typeface="Consolas" pitchFamily="49" charset="0"/>
                <a:cs typeface="Consolas" pitchFamily="49" charset="0"/>
                <a:sym typeface="Wingdings" pitchFamily="2" charset="2"/>
              </a:rPr>
              <a:t>if</a:t>
            </a:r>
            <a:r>
              <a:rPr lang="en-US" sz="2800" dirty="0">
                <a:solidFill>
                  <a:srgbClr val="008000"/>
                </a:solidFill>
                <a:latin typeface="Consolas" pitchFamily="49" charset="0"/>
                <a:cs typeface="Consolas" pitchFamily="49" charset="0"/>
                <a:sym typeface="Wingdings" pitchFamily="2" charset="2"/>
              </a:rPr>
              <a:t> (. . .)</a:t>
            </a:r>
            <a:r>
              <a:rPr lang="en-US" sz="2800" dirty="0">
                <a:solidFill>
                  <a:srgbClr val="0000FF"/>
                </a:solidFill>
                <a:latin typeface="Consolas" pitchFamily="49" charset="0"/>
                <a:cs typeface="Consolas" pitchFamily="49" charset="0"/>
                <a:sym typeface="Wingdings" pitchFamily="2" charset="2"/>
              </a:rPr>
              <a:t>:</a:t>
            </a:r>
          </a:p>
          <a:p>
            <a:pPr marL="0" indent="0" eaLnBrk="1" hangingPunct="1">
              <a:spcBef>
                <a:spcPts val="0"/>
              </a:spcBef>
              <a:buFont typeface="Times" pitchFamily="1" charset="0"/>
              <a:buNone/>
              <a:defRPr/>
            </a:pPr>
            <a:r>
              <a:rPr lang="en-US" sz="2800" dirty="0">
                <a:solidFill>
                  <a:srgbClr val="008000"/>
                </a:solidFill>
                <a:latin typeface="Consolas" pitchFamily="49" charset="0"/>
                <a:cs typeface="Consolas" pitchFamily="49" charset="0"/>
                <a:sym typeface="Wingdings" pitchFamily="2" charset="2"/>
              </a:rPr>
              <a:t>          </a:t>
            </a:r>
            <a:r>
              <a:rPr lang="en-US" sz="2800" dirty="0" err="1">
                <a:solidFill>
                  <a:srgbClr val="800000"/>
                </a:solidFill>
                <a:latin typeface="Consolas" pitchFamily="49" charset="0"/>
                <a:cs typeface="Consolas" pitchFamily="49" charset="0"/>
                <a:sym typeface="Wingdings" pitchFamily="2" charset="2"/>
              </a:rPr>
              <a:t>ProcessLoan</a:t>
            </a:r>
            <a:r>
              <a:rPr lang="en-US" sz="2800" dirty="0">
                <a:solidFill>
                  <a:srgbClr val="008000"/>
                </a:solidFill>
                <a:latin typeface="Consolas" pitchFamily="49" charset="0"/>
                <a:cs typeface="Consolas" pitchFamily="49" charset="0"/>
                <a:sym typeface="Wingdings" pitchFamily="2" charset="2"/>
              </a:rPr>
              <a:t>()</a:t>
            </a:r>
          </a:p>
          <a:p>
            <a:pPr marL="0" indent="0" eaLnBrk="1" hangingPunct="1">
              <a:spcBef>
                <a:spcPts val="0"/>
              </a:spcBef>
              <a:buFont typeface="Times" pitchFamily="1" charset="0"/>
              <a:buNone/>
              <a:defRPr/>
            </a:pPr>
            <a:r>
              <a:rPr lang="en-US" sz="2800" dirty="0">
                <a:solidFill>
                  <a:srgbClr val="008000"/>
                </a:solidFill>
                <a:latin typeface="Consolas" pitchFamily="49" charset="0"/>
                <a:cs typeface="Consolas" pitchFamily="49" charset="0"/>
                <a:sym typeface="Wingdings" pitchFamily="2" charset="2"/>
              </a:rPr>
              <a:t>      </a:t>
            </a:r>
            <a:r>
              <a:rPr lang="en-US" sz="2800" dirty="0">
                <a:solidFill>
                  <a:srgbClr val="0000FF"/>
                </a:solidFill>
                <a:latin typeface="Consolas" pitchFamily="49" charset="0"/>
                <a:cs typeface="Consolas" pitchFamily="49" charset="0"/>
                <a:sym typeface="Wingdings" pitchFamily="2" charset="2"/>
              </a:rPr>
              <a:t>else:</a:t>
            </a:r>
          </a:p>
          <a:p>
            <a:pPr marL="0" indent="0" eaLnBrk="1" hangingPunct="1">
              <a:spcBef>
                <a:spcPts val="0"/>
              </a:spcBef>
              <a:buFont typeface="Times" pitchFamily="1" charset="0"/>
              <a:buNone/>
              <a:defRPr/>
            </a:pPr>
            <a:r>
              <a:rPr lang="en-US" sz="2800" dirty="0">
                <a:solidFill>
                  <a:srgbClr val="008000"/>
                </a:solidFill>
                <a:latin typeface="Consolas" pitchFamily="49" charset="0"/>
                <a:cs typeface="Consolas" pitchFamily="49" charset="0"/>
                <a:sym typeface="Wingdings" pitchFamily="2" charset="2"/>
              </a:rPr>
              <a:t>          </a:t>
            </a:r>
            <a:r>
              <a:rPr lang="en-US" sz="2800" dirty="0" err="1">
                <a:solidFill>
                  <a:srgbClr val="800000"/>
                </a:solidFill>
                <a:latin typeface="Consolas" pitchFamily="49" charset="0"/>
                <a:cs typeface="Consolas" pitchFamily="49" charset="0"/>
                <a:sym typeface="Wingdings" pitchFamily="2" charset="2"/>
              </a:rPr>
              <a:t>RejectApplication</a:t>
            </a:r>
            <a:r>
              <a:rPr lang="en-US" sz="2800" dirty="0">
                <a:solidFill>
                  <a:srgbClr val="008000"/>
                </a:solidFill>
                <a:latin typeface="Consolas" pitchFamily="49" charset="0"/>
                <a:cs typeface="Consolas" pitchFamily="49" charset="0"/>
                <a:sym typeface="Wingdings" pitchFamily="2" charset="2"/>
              </a:rPr>
              <a:t>()</a:t>
            </a:r>
          </a:p>
          <a:p>
            <a:pPr marL="0" indent="0" eaLnBrk="1" hangingPunct="1">
              <a:spcBef>
                <a:spcPts val="1200"/>
              </a:spcBef>
              <a:buFont typeface="Times" pitchFamily="1" charset="0"/>
              <a:buNone/>
              <a:defRPr/>
            </a:pPr>
            <a:endParaRPr lang="en-US" dirty="0">
              <a:sym typeface="Wingdings" pitchFamily="2" charset="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926FEC-6160-5A8F-CE3A-FAF8542905BF}"/>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4A81BB4D-B7F8-9C47-9FCE-0AE1322F7121}" type="slidenum">
              <a:rPr lang="en-US" altLang="en-US" sz="1000">
                <a:latin typeface="Arial" panose="020B0604020202020204" pitchFamily="34" charset="0"/>
              </a:rPr>
              <a:pPr/>
              <a:t>13</a:t>
            </a:fld>
            <a:endParaRPr lang="en-US" altLang="en-US" sz="1000">
              <a:latin typeface="Arial" panose="020B0604020202020204" pitchFamily="34" charset="0"/>
            </a:endParaRPr>
          </a:p>
        </p:txBody>
      </p:sp>
      <p:sp>
        <p:nvSpPr>
          <p:cNvPr id="15363" name="Rectangle 2">
            <a:extLst>
              <a:ext uri="{FF2B5EF4-FFF2-40B4-BE49-F238E27FC236}">
                <a16:creationId xmlns:a16="http://schemas.microsoft.com/office/drawing/2014/main" id="{AA87225E-E02E-0168-B879-7052CB18E8AC}"/>
              </a:ext>
            </a:extLst>
          </p:cNvPr>
          <p:cNvSpPr>
            <a:spLocks noGrp="1" noChangeArrowheads="1"/>
          </p:cNvSpPr>
          <p:nvPr>
            <p:ph type="title"/>
          </p:nvPr>
        </p:nvSpPr>
        <p:spPr>
          <a:xfrm>
            <a:off x="457200" y="228600"/>
            <a:ext cx="8305800" cy="1143000"/>
          </a:xfrm>
        </p:spPr>
        <p:txBody>
          <a:bodyPr/>
          <a:lstStyle/>
          <a:p>
            <a:pPr eaLnBrk="1" hangingPunct="1"/>
            <a:r>
              <a:rPr lang="en-US" altLang="en-US" b="0"/>
              <a:t>Figure 5.4</a:t>
            </a:r>
            <a:r>
              <a:rPr lang="en-US" altLang="en-US"/>
              <a:t>  The procedure Greetings in pseudocode</a:t>
            </a:r>
          </a:p>
        </p:txBody>
      </p:sp>
      <p:sp>
        <p:nvSpPr>
          <p:cNvPr id="15364" name="TextBox 2">
            <a:extLst>
              <a:ext uri="{FF2B5EF4-FFF2-40B4-BE49-F238E27FC236}">
                <a16:creationId xmlns:a16="http://schemas.microsoft.com/office/drawing/2014/main" id="{4F7F00C1-8AB7-D11E-A98B-CD629697F381}"/>
              </a:ext>
            </a:extLst>
          </p:cNvPr>
          <p:cNvSpPr txBox="1">
            <a:spLocks noChangeArrowheads="1"/>
          </p:cNvSpPr>
          <p:nvPr/>
        </p:nvSpPr>
        <p:spPr bwMode="auto">
          <a:xfrm>
            <a:off x="1470025" y="2249488"/>
            <a:ext cx="531177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a:solidFill>
                  <a:srgbClr val="0000FF"/>
                </a:solidFill>
                <a:latin typeface="Consolas" panose="020B0609020204030204" pitchFamily="49" charset="0"/>
                <a:cs typeface="Consolas" panose="020B0609020204030204" pitchFamily="49" charset="0"/>
              </a:rPr>
              <a:t>def</a:t>
            </a:r>
            <a:r>
              <a:rPr lang="en-US" altLang="en-US">
                <a:solidFill>
                  <a:srgbClr val="008000"/>
                </a:solidFill>
                <a:latin typeface="Consolas" panose="020B0609020204030204" pitchFamily="49" charset="0"/>
                <a:cs typeface="Consolas" panose="020B0609020204030204" pitchFamily="49" charset="0"/>
              </a:rPr>
              <a:t> </a:t>
            </a:r>
            <a:r>
              <a:rPr lang="en-US" altLang="en-US">
                <a:solidFill>
                  <a:srgbClr val="800000"/>
                </a:solidFill>
                <a:latin typeface="Consolas" panose="020B0609020204030204" pitchFamily="49" charset="0"/>
                <a:cs typeface="Consolas" panose="020B0609020204030204" pitchFamily="49" charset="0"/>
              </a:rPr>
              <a:t>Greetings</a:t>
            </a:r>
            <a:r>
              <a:rPr lang="en-US" altLang="en-US">
                <a:solidFill>
                  <a:srgbClr val="008000"/>
                </a:solidFill>
                <a:latin typeface="Consolas" panose="020B0609020204030204" pitchFamily="49" charset="0"/>
                <a:cs typeface="Consolas" panose="020B0609020204030204" pitchFamily="49" charset="0"/>
              </a:rPr>
              <a:t>()</a:t>
            </a:r>
            <a:r>
              <a:rPr lang="en-US" altLang="en-US">
                <a:solidFill>
                  <a:srgbClr val="0000FF"/>
                </a:solidFill>
                <a:latin typeface="Consolas" panose="020B0609020204030204" pitchFamily="49" charset="0"/>
                <a:cs typeface="Consolas" panose="020B0609020204030204" pitchFamily="49" charset="0"/>
              </a:rPr>
              <a:t>:</a:t>
            </a:r>
          </a:p>
          <a:p>
            <a:r>
              <a:rPr lang="en-US" altLang="en-US">
                <a:solidFill>
                  <a:srgbClr val="008000"/>
                </a:solidFill>
                <a:latin typeface="Consolas" panose="020B0609020204030204" pitchFamily="49" charset="0"/>
                <a:cs typeface="Consolas" panose="020B0609020204030204" pitchFamily="49" charset="0"/>
              </a:rPr>
              <a:t>    </a:t>
            </a:r>
            <a:r>
              <a:rPr lang="en-US" altLang="en-US">
                <a:solidFill>
                  <a:srgbClr val="800000"/>
                </a:solidFill>
                <a:latin typeface="Consolas" panose="020B0609020204030204" pitchFamily="49" charset="0"/>
                <a:cs typeface="Consolas" panose="020B0609020204030204" pitchFamily="49" charset="0"/>
              </a:rPr>
              <a:t>Count</a:t>
            </a:r>
            <a:r>
              <a:rPr lang="en-US" altLang="en-US">
                <a:solidFill>
                  <a:srgbClr val="008000"/>
                </a:solidFill>
                <a:latin typeface="Consolas" panose="020B0609020204030204" pitchFamily="49" charset="0"/>
                <a:cs typeface="Consolas" panose="020B0609020204030204" pitchFamily="49" charset="0"/>
              </a:rPr>
              <a:t> = 3</a:t>
            </a:r>
          </a:p>
          <a:p>
            <a:r>
              <a:rPr lang="en-US" altLang="en-US">
                <a:solidFill>
                  <a:srgbClr val="008000"/>
                </a:solidFill>
                <a:latin typeface="Consolas" panose="020B0609020204030204" pitchFamily="49" charset="0"/>
                <a:cs typeface="Consolas" panose="020B0609020204030204" pitchFamily="49" charset="0"/>
              </a:rPr>
              <a:t>    </a:t>
            </a:r>
            <a:r>
              <a:rPr lang="en-US" altLang="en-US">
                <a:solidFill>
                  <a:srgbClr val="0000FF"/>
                </a:solidFill>
                <a:latin typeface="Consolas" panose="020B0609020204030204" pitchFamily="49" charset="0"/>
                <a:cs typeface="Consolas" panose="020B0609020204030204" pitchFamily="49" charset="0"/>
              </a:rPr>
              <a:t>while</a:t>
            </a:r>
            <a:r>
              <a:rPr lang="en-US" altLang="en-US">
                <a:solidFill>
                  <a:srgbClr val="008000"/>
                </a:solidFill>
                <a:latin typeface="Consolas" panose="020B0609020204030204" pitchFamily="49" charset="0"/>
                <a:cs typeface="Consolas" panose="020B0609020204030204" pitchFamily="49" charset="0"/>
              </a:rPr>
              <a:t> (Count &gt; 0)</a:t>
            </a:r>
            <a:r>
              <a:rPr lang="en-US" altLang="en-US">
                <a:solidFill>
                  <a:srgbClr val="0000FF"/>
                </a:solidFill>
                <a:latin typeface="Consolas" panose="020B0609020204030204" pitchFamily="49" charset="0"/>
                <a:cs typeface="Consolas" panose="020B0609020204030204" pitchFamily="49" charset="0"/>
              </a:rPr>
              <a:t>:</a:t>
            </a:r>
          </a:p>
          <a:p>
            <a:r>
              <a:rPr lang="en-US" altLang="en-US">
                <a:solidFill>
                  <a:srgbClr val="008000"/>
                </a:solidFill>
                <a:latin typeface="Consolas" panose="020B0609020204030204" pitchFamily="49" charset="0"/>
                <a:cs typeface="Consolas" panose="020B0609020204030204" pitchFamily="49" charset="0"/>
              </a:rPr>
              <a:t>        </a:t>
            </a:r>
            <a:r>
              <a:rPr lang="en-US" altLang="en-US">
                <a:solidFill>
                  <a:srgbClr val="0000FF"/>
                </a:solidFill>
                <a:latin typeface="Consolas" panose="020B0609020204030204" pitchFamily="49" charset="0"/>
                <a:cs typeface="Consolas" panose="020B0609020204030204" pitchFamily="49" charset="0"/>
              </a:rPr>
              <a:t>print</a:t>
            </a:r>
            <a:r>
              <a:rPr lang="en-US" altLang="en-US">
                <a:solidFill>
                  <a:srgbClr val="008000"/>
                </a:solidFill>
                <a:latin typeface="Consolas" panose="020B0609020204030204" pitchFamily="49" charset="0"/>
                <a:cs typeface="Consolas" panose="020B0609020204030204" pitchFamily="49" charset="0"/>
              </a:rPr>
              <a:t>(</a:t>
            </a:r>
            <a:r>
              <a:rPr lang="en-US" altLang="en-US">
                <a:solidFill>
                  <a:srgbClr val="800080"/>
                </a:solidFill>
                <a:latin typeface="Consolas" panose="020B0609020204030204" pitchFamily="49" charset="0"/>
                <a:cs typeface="Consolas" panose="020B0609020204030204" pitchFamily="49" charset="0"/>
              </a:rPr>
              <a:t>'Hello'</a:t>
            </a:r>
            <a:r>
              <a:rPr lang="en-US" altLang="en-US">
                <a:solidFill>
                  <a:srgbClr val="008000"/>
                </a:solidFill>
                <a:latin typeface="Consolas" panose="020B0609020204030204" pitchFamily="49" charset="0"/>
                <a:cs typeface="Consolas" panose="020B0609020204030204" pitchFamily="49" charset="0"/>
              </a:rPr>
              <a:t>)</a:t>
            </a:r>
          </a:p>
          <a:p>
            <a:r>
              <a:rPr lang="en-US" altLang="en-US">
                <a:solidFill>
                  <a:srgbClr val="008000"/>
                </a:solidFill>
                <a:latin typeface="Consolas" panose="020B0609020204030204" pitchFamily="49" charset="0"/>
                <a:cs typeface="Consolas" panose="020B0609020204030204" pitchFamily="49" charset="0"/>
              </a:rPr>
              <a:t>        Count = Count - 1</a:t>
            </a:r>
            <a:r>
              <a:rPr lang="en-US" altLang="en-US">
                <a:latin typeface="Consolas" panose="020B0609020204030204" pitchFamily="49" charset="0"/>
                <a:cs typeface="Consolas" panose="020B0609020204030204" pitchFamily="49" charset="0"/>
              </a:rPr>
              <a:t>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A38DF46-425D-7562-6B08-A519B23C82FB}"/>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5FC0DFCB-1FE7-294D-97ED-4F4E798DF5FC}" type="slidenum">
              <a:rPr lang="en-US" altLang="en-US" sz="1000">
                <a:latin typeface="Arial" panose="020B0604020202020204" pitchFamily="34" charset="0"/>
              </a:rPr>
              <a:pPr/>
              <a:t>14</a:t>
            </a:fld>
            <a:endParaRPr lang="en-US" altLang="en-US" sz="1000">
              <a:latin typeface="Arial" panose="020B0604020202020204" pitchFamily="34" charset="0"/>
            </a:endParaRPr>
          </a:p>
        </p:txBody>
      </p:sp>
      <p:sp>
        <p:nvSpPr>
          <p:cNvPr id="16387" name="Rectangle 2">
            <a:extLst>
              <a:ext uri="{FF2B5EF4-FFF2-40B4-BE49-F238E27FC236}">
                <a16:creationId xmlns:a16="http://schemas.microsoft.com/office/drawing/2014/main" id="{553EEB4D-8404-508B-C5BC-FF0F0AE9E9A0}"/>
              </a:ext>
            </a:extLst>
          </p:cNvPr>
          <p:cNvSpPr>
            <a:spLocks noGrp="1" noChangeArrowheads="1"/>
          </p:cNvSpPr>
          <p:nvPr>
            <p:ph type="title"/>
          </p:nvPr>
        </p:nvSpPr>
        <p:spPr/>
        <p:txBody>
          <a:bodyPr/>
          <a:lstStyle/>
          <a:p>
            <a:pPr eaLnBrk="1" hangingPunct="1"/>
            <a:r>
              <a:rPr lang="en-US" altLang="en-US"/>
              <a:t>Pseudocode Primitives </a:t>
            </a:r>
            <a:r>
              <a:rPr lang="en-US" altLang="en-US" sz="3200"/>
              <a:t>(continued)</a:t>
            </a:r>
          </a:p>
        </p:txBody>
      </p:sp>
      <p:sp>
        <p:nvSpPr>
          <p:cNvPr id="10244" name="Rectangle 3">
            <a:extLst>
              <a:ext uri="{FF2B5EF4-FFF2-40B4-BE49-F238E27FC236}">
                <a16:creationId xmlns:a16="http://schemas.microsoft.com/office/drawing/2014/main" id="{9A7379B1-104D-F53A-4D9F-91A4C6C2535B}"/>
              </a:ext>
            </a:extLst>
          </p:cNvPr>
          <p:cNvSpPr>
            <a:spLocks noGrp="1" noChangeArrowheads="1"/>
          </p:cNvSpPr>
          <p:nvPr>
            <p:ph type="body" idx="1"/>
          </p:nvPr>
        </p:nvSpPr>
        <p:spPr>
          <a:xfrm>
            <a:off x="457200" y="1295400"/>
            <a:ext cx="8686800" cy="4114800"/>
          </a:xfrm>
        </p:spPr>
        <p:txBody>
          <a:bodyPr/>
          <a:lstStyle/>
          <a:p>
            <a:pPr eaLnBrk="1" hangingPunct="1">
              <a:defRPr/>
            </a:pPr>
            <a:r>
              <a:rPr lang="en-US" sz="3600" dirty="0">
                <a:sym typeface="Wingdings" pitchFamily="2" charset="2"/>
              </a:rPr>
              <a:t>Using parameters</a:t>
            </a:r>
          </a:p>
          <a:p>
            <a:pPr eaLnBrk="1" hangingPunct="1">
              <a:spcBef>
                <a:spcPts val="1200"/>
              </a:spcBef>
              <a:buFont typeface="Times" pitchFamily="1" charset="0"/>
              <a:buNone/>
              <a:defRPr/>
            </a:pPr>
            <a:r>
              <a:rPr lang="en-US" sz="2800" dirty="0">
                <a:latin typeface="Consolas" pitchFamily="49" charset="0"/>
                <a:cs typeface="Consolas" pitchFamily="49" charset="0"/>
                <a:sym typeface="Wingdings" pitchFamily="2" charset="2"/>
              </a:rPr>
              <a:t>    </a:t>
            </a:r>
            <a:r>
              <a:rPr lang="en-US" sz="2800" dirty="0" err="1">
                <a:solidFill>
                  <a:srgbClr val="0000FF"/>
                </a:solidFill>
                <a:latin typeface="Consolas" pitchFamily="49" charset="0"/>
                <a:cs typeface="Consolas" pitchFamily="49" charset="0"/>
                <a:sym typeface="Wingdings" pitchFamily="2" charset="2"/>
              </a:rPr>
              <a:t>def</a:t>
            </a:r>
            <a:r>
              <a:rPr lang="en-US" sz="2800" dirty="0">
                <a:solidFill>
                  <a:srgbClr val="008000"/>
                </a:solidFill>
                <a:latin typeface="Consolas" pitchFamily="49" charset="0"/>
                <a:cs typeface="Consolas" pitchFamily="49" charset="0"/>
                <a:sym typeface="Wingdings" pitchFamily="2" charset="2"/>
              </a:rPr>
              <a:t> </a:t>
            </a:r>
            <a:r>
              <a:rPr lang="en-US" sz="2800" dirty="0">
                <a:solidFill>
                  <a:srgbClr val="800000"/>
                </a:solidFill>
                <a:latin typeface="Consolas" pitchFamily="49" charset="0"/>
                <a:cs typeface="Consolas" pitchFamily="49" charset="0"/>
                <a:sym typeface="Wingdings" pitchFamily="2" charset="2"/>
              </a:rPr>
              <a:t>Sort</a:t>
            </a:r>
            <a:r>
              <a:rPr lang="en-US" sz="2800" dirty="0">
                <a:solidFill>
                  <a:srgbClr val="008000"/>
                </a:solidFill>
                <a:latin typeface="Consolas" pitchFamily="49" charset="0"/>
                <a:cs typeface="Consolas" pitchFamily="49" charset="0"/>
                <a:sym typeface="Wingdings" pitchFamily="2" charset="2"/>
              </a:rPr>
              <a:t>(List)</a:t>
            </a:r>
            <a:r>
              <a:rPr lang="en-US" sz="2800" dirty="0">
                <a:solidFill>
                  <a:srgbClr val="0000FF"/>
                </a:solidFill>
                <a:latin typeface="Consolas" pitchFamily="49" charset="0"/>
                <a:cs typeface="Consolas" pitchFamily="49" charset="0"/>
                <a:sym typeface="Wingdings" pitchFamily="2" charset="2"/>
              </a:rPr>
              <a:t>:</a:t>
            </a:r>
          </a:p>
          <a:p>
            <a:pPr eaLnBrk="1" hangingPunct="1">
              <a:spcBef>
                <a:spcPts val="0"/>
              </a:spcBef>
              <a:buFont typeface="Times" pitchFamily="1" charset="0"/>
              <a:buNone/>
              <a:defRPr/>
            </a:pPr>
            <a:r>
              <a:rPr lang="en-US" sz="2800" dirty="0">
                <a:solidFill>
                  <a:srgbClr val="008000"/>
                </a:solidFill>
                <a:latin typeface="Consolas" pitchFamily="49" charset="0"/>
                <a:cs typeface="Consolas" pitchFamily="49" charset="0"/>
                <a:sym typeface="Wingdings" pitchFamily="2" charset="2"/>
              </a:rPr>
              <a:t>        .</a:t>
            </a:r>
          </a:p>
          <a:p>
            <a:pPr eaLnBrk="1" hangingPunct="1">
              <a:spcBef>
                <a:spcPts val="0"/>
              </a:spcBef>
              <a:buFont typeface="Times" pitchFamily="1" charset="0"/>
              <a:buNone/>
              <a:defRPr/>
            </a:pPr>
            <a:r>
              <a:rPr lang="en-US" sz="2800" dirty="0">
                <a:solidFill>
                  <a:srgbClr val="008000"/>
                </a:solidFill>
                <a:latin typeface="Consolas" pitchFamily="49" charset="0"/>
                <a:cs typeface="Consolas" pitchFamily="49" charset="0"/>
                <a:sym typeface="Wingdings" pitchFamily="2" charset="2"/>
              </a:rPr>
              <a:t>        .</a:t>
            </a:r>
          </a:p>
          <a:p>
            <a:pPr eaLnBrk="1" hangingPunct="1">
              <a:spcBef>
                <a:spcPts val="1200"/>
              </a:spcBef>
              <a:defRPr/>
            </a:pPr>
            <a:r>
              <a:rPr lang="en-US" dirty="0">
                <a:sym typeface="Wingdings" pitchFamily="2" charset="2"/>
              </a:rPr>
              <a:t>Executing Sort on different lists</a:t>
            </a:r>
          </a:p>
          <a:p>
            <a:pPr marL="0" indent="0" eaLnBrk="1" hangingPunct="1">
              <a:spcBef>
                <a:spcPts val="1200"/>
              </a:spcBef>
              <a:buFont typeface="Times" pitchFamily="1" charset="0"/>
              <a:buNone/>
              <a:defRPr/>
            </a:pPr>
            <a:r>
              <a:rPr lang="en-US" sz="2800" dirty="0">
                <a:latin typeface="Consolas" pitchFamily="49" charset="0"/>
                <a:cs typeface="Consolas" pitchFamily="49" charset="0"/>
                <a:sym typeface="Wingdings" pitchFamily="2" charset="2"/>
              </a:rPr>
              <a:t>    </a:t>
            </a:r>
            <a:r>
              <a:rPr lang="en-US" sz="2800" dirty="0">
                <a:solidFill>
                  <a:srgbClr val="800000"/>
                </a:solidFill>
                <a:latin typeface="Consolas" pitchFamily="49" charset="0"/>
                <a:cs typeface="Consolas" pitchFamily="49" charset="0"/>
                <a:sym typeface="Wingdings" pitchFamily="2" charset="2"/>
              </a:rPr>
              <a:t>Sort</a:t>
            </a:r>
            <a:r>
              <a:rPr lang="en-US" sz="2800" dirty="0">
                <a:solidFill>
                  <a:srgbClr val="008000"/>
                </a:solidFill>
                <a:latin typeface="Consolas" pitchFamily="49" charset="0"/>
                <a:cs typeface="Consolas" pitchFamily="49" charset="0"/>
                <a:sym typeface="Wingdings" pitchFamily="2" charset="2"/>
              </a:rPr>
              <a:t>(the membership list)</a:t>
            </a:r>
          </a:p>
          <a:p>
            <a:pPr marL="0" indent="0" eaLnBrk="1" hangingPunct="1">
              <a:spcBef>
                <a:spcPts val="1200"/>
              </a:spcBef>
              <a:buFont typeface="Times" pitchFamily="1" charset="0"/>
              <a:buNone/>
              <a:defRPr/>
            </a:pPr>
            <a:r>
              <a:rPr lang="en-US" sz="2800" dirty="0">
                <a:solidFill>
                  <a:srgbClr val="008000"/>
                </a:solidFill>
                <a:latin typeface="Consolas" pitchFamily="49" charset="0"/>
                <a:cs typeface="Consolas" pitchFamily="49" charset="0"/>
                <a:sym typeface="Wingdings" pitchFamily="2" charset="2"/>
              </a:rPr>
              <a:t>    </a:t>
            </a:r>
            <a:r>
              <a:rPr lang="en-US" sz="2800" dirty="0">
                <a:solidFill>
                  <a:srgbClr val="800000"/>
                </a:solidFill>
                <a:latin typeface="Consolas" pitchFamily="49" charset="0"/>
                <a:cs typeface="Consolas" pitchFamily="49" charset="0"/>
                <a:sym typeface="Wingdings" pitchFamily="2" charset="2"/>
              </a:rPr>
              <a:t>Sort</a:t>
            </a:r>
            <a:r>
              <a:rPr lang="en-US" sz="2800" dirty="0">
                <a:solidFill>
                  <a:srgbClr val="008000"/>
                </a:solidFill>
                <a:latin typeface="Consolas" pitchFamily="49" charset="0"/>
                <a:cs typeface="Consolas" pitchFamily="49" charset="0"/>
                <a:sym typeface="Wingdings" pitchFamily="2" charset="2"/>
              </a:rPr>
              <a:t>(the wedding guest list)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F361AC-47F8-6843-F41B-5851869FE7CC}"/>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BBA51CA6-19A5-BF46-8478-A38B4F5BE28B}" type="slidenum">
              <a:rPr lang="en-US" altLang="en-US" sz="1000">
                <a:latin typeface="Arial" panose="020B0604020202020204" pitchFamily="34" charset="0"/>
              </a:rPr>
              <a:pPr/>
              <a:t>15</a:t>
            </a:fld>
            <a:endParaRPr lang="en-US" altLang="en-US" sz="1000">
              <a:latin typeface="Arial" panose="020B0604020202020204" pitchFamily="34" charset="0"/>
            </a:endParaRPr>
          </a:p>
        </p:txBody>
      </p:sp>
      <p:sp>
        <p:nvSpPr>
          <p:cNvPr id="17411" name="Rectangle 2">
            <a:extLst>
              <a:ext uri="{FF2B5EF4-FFF2-40B4-BE49-F238E27FC236}">
                <a16:creationId xmlns:a16="http://schemas.microsoft.com/office/drawing/2014/main" id="{DA7CC3C1-E55D-92DB-5C42-637B2FC99CD0}"/>
              </a:ext>
            </a:extLst>
          </p:cNvPr>
          <p:cNvSpPr>
            <a:spLocks noGrp="1" noChangeArrowheads="1"/>
          </p:cNvSpPr>
          <p:nvPr>
            <p:ph type="title"/>
          </p:nvPr>
        </p:nvSpPr>
        <p:spPr/>
        <p:txBody>
          <a:bodyPr/>
          <a:lstStyle/>
          <a:p>
            <a:pPr eaLnBrk="1" hangingPunct="1"/>
            <a:r>
              <a:rPr lang="en-US" altLang="en-US"/>
              <a:t>Polya’s Problem Solving Steps</a:t>
            </a:r>
          </a:p>
        </p:txBody>
      </p:sp>
      <p:sp>
        <p:nvSpPr>
          <p:cNvPr id="17412" name="Rectangle 3">
            <a:extLst>
              <a:ext uri="{FF2B5EF4-FFF2-40B4-BE49-F238E27FC236}">
                <a16:creationId xmlns:a16="http://schemas.microsoft.com/office/drawing/2014/main" id="{F4FD941D-6965-BFCF-2F16-4E6578D0F9E3}"/>
              </a:ext>
            </a:extLst>
          </p:cNvPr>
          <p:cNvSpPr>
            <a:spLocks noGrp="1" noChangeArrowheads="1"/>
          </p:cNvSpPr>
          <p:nvPr>
            <p:ph type="body" idx="1"/>
          </p:nvPr>
        </p:nvSpPr>
        <p:spPr/>
        <p:txBody>
          <a:bodyPr/>
          <a:lstStyle/>
          <a:p>
            <a:pPr eaLnBrk="1" hangingPunct="1"/>
            <a:r>
              <a:rPr lang="en-US" altLang="en-US"/>
              <a:t>1. Understand the problem.</a:t>
            </a:r>
          </a:p>
          <a:p>
            <a:pPr eaLnBrk="1" hangingPunct="1"/>
            <a:r>
              <a:rPr lang="en-US" altLang="en-US"/>
              <a:t>2. Devise a plan for solving the problem.</a:t>
            </a:r>
          </a:p>
          <a:p>
            <a:pPr eaLnBrk="1" hangingPunct="1"/>
            <a:r>
              <a:rPr lang="en-US" altLang="en-US"/>
              <a:t>3. Carry out the plan.</a:t>
            </a:r>
          </a:p>
          <a:p>
            <a:pPr eaLnBrk="1" hangingPunct="1"/>
            <a:r>
              <a:rPr lang="en-US" altLang="en-US"/>
              <a:t>4. Evaluate the solution for accuracy and its potential as a tool for solving other problems.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C93347-37B1-4B80-84DC-3C548A46FE5D}"/>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A5EF74E0-8D16-B645-9596-1B923DF2C72B}" type="slidenum">
              <a:rPr lang="en-US" altLang="en-US" sz="1000">
                <a:latin typeface="Arial" panose="020B0604020202020204" pitchFamily="34" charset="0"/>
              </a:rPr>
              <a:pPr/>
              <a:t>16</a:t>
            </a:fld>
            <a:endParaRPr lang="en-US" altLang="en-US" sz="1000">
              <a:latin typeface="Arial" panose="020B0604020202020204" pitchFamily="34" charset="0"/>
            </a:endParaRPr>
          </a:p>
        </p:txBody>
      </p:sp>
      <p:sp>
        <p:nvSpPr>
          <p:cNvPr id="18435" name="Rectangle 2">
            <a:extLst>
              <a:ext uri="{FF2B5EF4-FFF2-40B4-BE49-F238E27FC236}">
                <a16:creationId xmlns:a16="http://schemas.microsoft.com/office/drawing/2014/main" id="{FE0AEB4C-950F-9ADD-BDF9-87C93B7F83BE}"/>
              </a:ext>
            </a:extLst>
          </p:cNvPr>
          <p:cNvSpPr>
            <a:spLocks noGrp="1" noChangeArrowheads="1"/>
          </p:cNvSpPr>
          <p:nvPr>
            <p:ph type="title"/>
          </p:nvPr>
        </p:nvSpPr>
        <p:spPr>
          <a:xfrm>
            <a:off x="457200" y="76200"/>
            <a:ext cx="8305800" cy="1447800"/>
          </a:xfrm>
        </p:spPr>
        <p:txBody>
          <a:bodyPr/>
          <a:lstStyle/>
          <a:p>
            <a:pPr eaLnBrk="1" hangingPunct="1"/>
            <a:r>
              <a:rPr lang="en-US" altLang="en-US"/>
              <a:t>Polya’s Steps in the Context of Program Development</a:t>
            </a:r>
          </a:p>
        </p:txBody>
      </p:sp>
      <p:sp>
        <p:nvSpPr>
          <p:cNvPr id="18436" name="Rectangle 3">
            <a:extLst>
              <a:ext uri="{FF2B5EF4-FFF2-40B4-BE49-F238E27FC236}">
                <a16:creationId xmlns:a16="http://schemas.microsoft.com/office/drawing/2014/main" id="{44E75D40-113F-789E-FC03-F819BFE0DA39}"/>
              </a:ext>
            </a:extLst>
          </p:cNvPr>
          <p:cNvSpPr>
            <a:spLocks noGrp="1" noChangeArrowheads="1"/>
          </p:cNvSpPr>
          <p:nvPr>
            <p:ph type="body" idx="1"/>
          </p:nvPr>
        </p:nvSpPr>
        <p:spPr/>
        <p:txBody>
          <a:bodyPr/>
          <a:lstStyle/>
          <a:p>
            <a:pPr eaLnBrk="1" hangingPunct="1"/>
            <a:r>
              <a:rPr lang="en-US" altLang="en-US"/>
              <a:t>1. Understand the problem.</a:t>
            </a:r>
          </a:p>
          <a:p>
            <a:r>
              <a:rPr lang="en-US" altLang="en-US"/>
              <a:t>2. Get an idea of how an algorithmic function might solve the problem.</a:t>
            </a:r>
          </a:p>
          <a:p>
            <a:r>
              <a:rPr lang="en-US" altLang="en-US"/>
              <a:t>3. Formulate the algorithm and represent it as a program.</a:t>
            </a:r>
          </a:p>
          <a:p>
            <a:pPr eaLnBrk="1" hangingPunct="1"/>
            <a:r>
              <a:rPr lang="en-US" altLang="en-US"/>
              <a:t>4. Evaluate the solution for accuracy and its potential as a tool for solving other problems.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38BC5C-795B-679F-5544-DCCF44E3B93F}"/>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96C8F1A0-6C72-4943-8C11-B569166B4D7A}" type="slidenum">
              <a:rPr lang="en-US" altLang="en-US" sz="1000">
                <a:latin typeface="Arial" panose="020B0604020202020204" pitchFamily="34" charset="0"/>
              </a:rPr>
              <a:pPr/>
              <a:t>17</a:t>
            </a:fld>
            <a:endParaRPr lang="en-US" altLang="en-US" sz="1000">
              <a:latin typeface="Arial" panose="020B0604020202020204" pitchFamily="34" charset="0"/>
            </a:endParaRPr>
          </a:p>
        </p:txBody>
      </p:sp>
      <p:sp>
        <p:nvSpPr>
          <p:cNvPr id="19459" name="Rectangle 2">
            <a:extLst>
              <a:ext uri="{FF2B5EF4-FFF2-40B4-BE49-F238E27FC236}">
                <a16:creationId xmlns:a16="http://schemas.microsoft.com/office/drawing/2014/main" id="{A089E6A6-9A47-5147-2038-C6EA2B55B8BE}"/>
              </a:ext>
            </a:extLst>
          </p:cNvPr>
          <p:cNvSpPr>
            <a:spLocks noGrp="1" noChangeArrowheads="1"/>
          </p:cNvSpPr>
          <p:nvPr>
            <p:ph type="title"/>
          </p:nvPr>
        </p:nvSpPr>
        <p:spPr/>
        <p:txBody>
          <a:bodyPr/>
          <a:lstStyle/>
          <a:p>
            <a:pPr eaLnBrk="1" hangingPunct="1"/>
            <a:r>
              <a:rPr lang="en-US" altLang="en-US"/>
              <a:t>Getting a Foot in the Door</a:t>
            </a:r>
          </a:p>
        </p:txBody>
      </p:sp>
      <p:sp>
        <p:nvSpPr>
          <p:cNvPr id="19460" name="Rectangle 3">
            <a:extLst>
              <a:ext uri="{FF2B5EF4-FFF2-40B4-BE49-F238E27FC236}">
                <a16:creationId xmlns:a16="http://schemas.microsoft.com/office/drawing/2014/main" id="{BC71E92E-FB38-F622-1426-ADAD3D27CFC6}"/>
              </a:ext>
            </a:extLst>
          </p:cNvPr>
          <p:cNvSpPr>
            <a:spLocks noGrp="1" noChangeArrowheads="1"/>
          </p:cNvSpPr>
          <p:nvPr>
            <p:ph type="body" idx="1"/>
          </p:nvPr>
        </p:nvSpPr>
        <p:spPr/>
        <p:txBody>
          <a:bodyPr/>
          <a:lstStyle/>
          <a:p>
            <a:pPr eaLnBrk="1" hangingPunct="1"/>
            <a:r>
              <a:rPr lang="en-US" altLang="en-US" sz="2800"/>
              <a:t>Try working the problem backwards</a:t>
            </a:r>
          </a:p>
          <a:p>
            <a:pPr eaLnBrk="1" hangingPunct="1"/>
            <a:r>
              <a:rPr lang="en-US" altLang="en-US" sz="2800"/>
              <a:t>Solve an easier related problem</a:t>
            </a:r>
          </a:p>
          <a:p>
            <a:pPr lvl="1" eaLnBrk="1" hangingPunct="1"/>
            <a:r>
              <a:rPr lang="en-US" altLang="en-US"/>
              <a:t>Relax some of the problem constraints</a:t>
            </a:r>
          </a:p>
          <a:p>
            <a:pPr lvl="1" eaLnBrk="1" hangingPunct="1"/>
            <a:r>
              <a:rPr lang="en-US" altLang="en-US"/>
              <a:t>Solve pieces of the problem first (bottom up methodology)</a:t>
            </a:r>
          </a:p>
          <a:p>
            <a:pPr eaLnBrk="1" hangingPunct="1"/>
            <a:r>
              <a:rPr lang="en-US" altLang="en-US" sz="2800"/>
              <a:t>Stepwise refinement: Divide the problem into smaller problems (top-down methodology)</a:t>
            </a:r>
          </a:p>
          <a:p>
            <a:pPr lvl="1" eaLnBrk="1" hangingPunct="1">
              <a:buFontTx/>
              <a:buNone/>
            </a:pPr>
            <a:endParaRPr lang="en-US"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B29B61-36EF-529E-ADA7-1F387E04EB2D}"/>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12FF86BA-C0CF-854C-8067-5654FD3ED229}" type="slidenum">
              <a:rPr lang="en-US" altLang="en-US" sz="1000">
                <a:latin typeface="Arial" panose="020B0604020202020204" pitchFamily="34" charset="0"/>
              </a:rPr>
              <a:pPr/>
              <a:t>18</a:t>
            </a:fld>
            <a:endParaRPr lang="en-US" altLang="en-US" sz="1000">
              <a:latin typeface="Arial" panose="020B0604020202020204" pitchFamily="34" charset="0"/>
            </a:endParaRPr>
          </a:p>
        </p:txBody>
      </p:sp>
      <p:sp>
        <p:nvSpPr>
          <p:cNvPr id="20483" name="Rectangle 2">
            <a:extLst>
              <a:ext uri="{FF2B5EF4-FFF2-40B4-BE49-F238E27FC236}">
                <a16:creationId xmlns:a16="http://schemas.microsoft.com/office/drawing/2014/main" id="{1E0AF26E-2142-9A8B-DBA4-08A718FF0817}"/>
              </a:ext>
            </a:extLst>
          </p:cNvPr>
          <p:cNvSpPr>
            <a:spLocks noGrp="1" noChangeArrowheads="1"/>
          </p:cNvSpPr>
          <p:nvPr>
            <p:ph type="title"/>
          </p:nvPr>
        </p:nvSpPr>
        <p:spPr/>
        <p:txBody>
          <a:bodyPr/>
          <a:lstStyle/>
          <a:p>
            <a:pPr eaLnBrk="1" hangingPunct="1"/>
            <a:r>
              <a:rPr lang="en-US" altLang="en-US"/>
              <a:t>Ages of Children Problem</a:t>
            </a:r>
          </a:p>
        </p:txBody>
      </p:sp>
      <p:sp>
        <p:nvSpPr>
          <p:cNvPr id="20484" name="Rectangle 3">
            <a:extLst>
              <a:ext uri="{FF2B5EF4-FFF2-40B4-BE49-F238E27FC236}">
                <a16:creationId xmlns:a16="http://schemas.microsoft.com/office/drawing/2014/main" id="{C1A5F43A-1227-21BC-A2CE-12BEE748055B}"/>
              </a:ext>
            </a:extLst>
          </p:cNvPr>
          <p:cNvSpPr>
            <a:spLocks noGrp="1" noChangeArrowheads="1"/>
          </p:cNvSpPr>
          <p:nvPr>
            <p:ph type="body" idx="1"/>
          </p:nvPr>
        </p:nvSpPr>
        <p:spPr/>
        <p:txBody>
          <a:bodyPr/>
          <a:lstStyle/>
          <a:p>
            <a:pPr eaLnBrk="1" hangingPunct="1"/>
            <a:r>
              <a:rPr lang="en-US" altLang="en-US" sz="2800"/>
              <a:t>Person A is charged with the task of determining the ages of  B’s three children.</a:t>
            </a:r>
          </a:p>
          <a:p>
            <a:pPr lvl="1" eaLnBrk="1" hangingPunct="1"/>
            <a:r>
              <a:rPr lang="en-US" altLang="en-US" sz="2400"/>
              <a:t>B tells A that the product of the children’s ages is 36.</a:t>
            </a:r>
          </a:p>
          <a:p>
            <a:pPr lvl="1" eaLnBrk="1" hangingPunct="1"/>
            <a:r>
              <a:rPr lang="en-US" altLang="en-US" sz="2400"/>
              <a:t>A replies that another clue is required.</a:t>
            </a:r>
          </a:p>
          <a:p>
            <a:pPr lvl="1" eaLnBrk="1" hangingPunct="1"/>
            <a:r>
              <a:rPr lang="en-US" altLang="en-US" sz="2400"/>
              <a:t>B tells A the sum of the children’s ages.</a:t>
            </a:r>
          </a:p>
          <a:p>
            <a:pPr lvl="1" eaLnBrk="1" hangingPunct="1"/>
            <a:r>
              <a:rPr lang="en-US" altLang="en-US" sz="2400"/>
              <a:t>A replies that another clue is needed.</a:t>
            </a:r>
          </a:p>
          <a:p>
            <a:pPr lvl="1" eaLnBrk="1" hangingPunct="1"/>
            <a:r>
              <a:rPr lang="en-US" altLang="en-US" sz="2400"/>
              <a:t>B tells A that the oldest child plays the piano.</a:t>
            </a:r>
          </a:p>
          <a:p>
            <a:pPr lvl="1" eaLnBrk="1" hangingPunct="1"/>
            <a:r>
              <a:rPr lang="en-US" altLang="en-US" sz="2400"/>
              <a:t>A tells B the ages of the three children.</a:t>
            </a:r>
          </a:p>
          <a:p>
            <a:pPr eaLnBrk="1" hangingPunct="1"/>
            <a:r>
              <a:rPr lang="en-US" altLang="en-US" sz="2800"/>
              <a:t>How old are the three children?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9B39C6-9A88-4B86-D421-46A5A5AB21A1}"/>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AF38F42E-5CD2-ED4E-90A7-65E48138CBDA}" type="slidenum">
              <a:rPr lang="en-US" altLang="en-US" sz="1000">
                <a:latin typeface="Arial" panose="020B0604020202020204" pitchFamily="34" charset="0"/>
              </a:rPr>
              <a:pPr/>
              <a:t>19</a:t>
            </a:fld>
            <a:endParaRPr lang="en-US" altLang="en-US" sz="1000">
              <a:latin typeface="Arial" panose="020B0604020202020204" pitchFamily="34" charset="0"/>
            </a:endParaRPr>
          </a:p>
        </p:txBody>
      </p:sp>
      <p:sp>
        <p:nvSpPr>
          <p:cNvPr id="21507" name="Rectangle 2">
            <a:extLst>
              <a:ext uri="{FF2B5EF4-FFF2-40B4-BE49-F238E27FC236}">
                <a16:creationId xmlns:a16="http://schemas.microsoft.com/office/drawing/2014/main" id="{268E4728-6354-D71B-4A51-C54EFBDFDF23}"/>
              </a:ext>
            </a:extLst>
          </p:cNvPr>
          <p:cNvSpPr>
            <a:spLocks noGrp="1" noChangeArrowheads="1"/>
          </p:cNvSpPr>
          <p:nvPr>
            <p:ph type="title"/>
          </p:nvPr>
        </p:nvSpPr>
        <p:spPr/>
        <p:txBody>
          <a:bodyPr/>
          <a:lstStyle/>
          <a:p>
            <a:pPr eaLnBrk="1" hangingPunct="1"/>
            <a:r>
              <a:rPr lang="en-US" altLang="en-US" b="0"/>
              <a:t>Figure 5.5</a:t>
            </a:r>
            <a:r>
              <a:rPr lang="en-US" altLang="en-US"/>
              <a:t>  </a:t>
            </a:r>
          </a:p>
        </p:txBody>
      </p:sp>
      <p:pic>
        <p:nvPicPr>
          <p:cNvPr id="21508" name="Picture 7" descr="05177_C05_R315">
            <a:extLst>
              <a:ext uri="{FF2B5EF4-FFF2-40B4-BE49-F238E27FC236}">
                <a16:creationId xmlns:a16="http://schemas.microsoft.com/office/drawing/2014/main" id="{CA0C83D2-BEA0-0898-11F6-1998C55E8B85}"/>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628900"/>
            <a:ext cx="8305800" cy="2055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112361B-C81A-18EC-647C-2CACE8F5824A}"/>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C290F752-C446-3143-9591-5FEFFCE7DF90}" type="slidenum">
              <a:rPr lang="en-US" altLang="en-US" sz="1000">
                <a:latin typeface="Arial" panose="020B0604020202020204" pitchFamily="34" charset="0"/>
              </a:rPr>
              <a:pPr/>
              <a:t>20</a:t>
            </a:fld>
            <a:endParaRPr lang="en-US" altLang="en-US" sz="1000">
              <a:latin typeface="Arial" panose="020B0604020202020204" pitchFamily="34" charset="0"/>
            </a:endParaRPr>
          </a:p>
        </p:txBody>
      </p:sp>
      <p:sp>
        <p:nvSpPr>
          <p:cNvPr id="22531" name="Rectangle 2">
            <a:extLst>
              <a:ext uri="{FF2B5EF4-FFF2-40B4-BE49-F238E27FC236}">
                <a16:creationId xmlns:a16="http://schemas.microsoft.com/office/drawing/2014/main" id="{B5A72AB5-A522-991A-4324-81EBC208BB24}"/>
              </a:ext>
            </a:extLst>
          </p:cNvPr>
          <p:cNvSpPr>
            <a:spLocks noGrp="1" noChangeArrowheads="1"/>
          </p:cNvSpPr>
          <p:nvPr>
            <p:ph type="title"/>
          </p:nvPr>
        </p:nvSpPr>
        <p:spPr>
          <a:xfrm>
            <a:off x="457200" y="152400"/>
            <a:ext cx="8305800" cy="1143000"/>
          </a:xfrm>
        </p:spPr>
        <p:txBody>
          <a:bodyPr/>
          <a:lstStyle/>
          <a:p>
            <a:pPr eaLnBrk="1" hangingPunct="1"/>
            <a:r>
              <a:rPr lang="en-US" altLang="en-US" b="0"/>
              <a:t>Figure 5.6</a:t>
            </a:r>
            <a:r>
              <a:rPr lang="en-US" altLang="en-US"/>
              <a:t>  The sequential search algorithm in pseudocode</a:t>
            </a:r>
          </a:p>
        </p:txBody>
      </p:sp>
      <p:sp>
        <p:nvSpPr>
          <p:cNvPr id="22532" name="Rectangle 1">
            <a:extLst>
              <a:ext uri="{FF2B5EF4-FFF2-40B4-BE49-F238E27FC236}">
                <a16:creationId xmlns:a16="http://schemas.microsoft.com/office/drawing/2014/main" id="{360EF5D1-9BD5-CB9F-65FD-0BD9D5503C49}"/>
              </a:ext>
            </a:extLst>
          </p:cNvPr>
          <p:cNvSpPr>
            <a:spLocks noChangeArrowheads="1"/>
          </p:cNvSpPr>
          <p:nvPr/>
        </p:nvSpPr>
        <p:spPr bwMode="auto">
          <a:xfrm>
            <a:off x="457200" y="1595438"/>
            <a:ext cx="8534400"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2000">
                <a:solidFill>
                  <a:srgbClr val="0000FF"/>
                </a:solidFill>
                <a:latin typeface="Consolas" panose="020B0609020204030204" pitchFamily="49" charset="0"/>
                <a:cs typeface="Consolas" panose="020B0609020204030204" pitchFamily="49" charset="0"/>
              </a:rPr>
              <a:t>def</a:t>
            </a:r>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800000"/>
                </a:solidFill>
                <a:latin typeface="Consolas" panose="020B0609020204030204" pitchFamily="49" charset="0"/>
                <a:cs typeface="Consolas" panose="020B0609020204030204" pitchFamily="49" charset="0"/>
              </a:rPr>
              <a:t>Search</a:t>
            </a:r>
            <a:r>
              <a:rPr lang="en-US" altLang="en-US" sz="2000">
                <a:solidFill>
                  <a:srgbClr val="008000"/>
                </a:solidFill>
                <a:latin typeface="Consolas" panose="020B0609020204030204" pitchFamily="49" charset="0"/>
                <a:cs typeface="Consolas" panose="020B0609020204030204" pitchFamily="49" charset="0"/>
              </a:rPr>
              <a:t> (List, TargetValue)</a:t>
            </a:r>
            <a:r>
              <a:rPr lang="en-US" altLang="en-US" sz="2000">
                <a:solidFill>
                  <a:srgbClr val="0000FF"/>
                </a:solidFill>
                <a:latin typeface="Consolas" panose="020B0609020204030204" pitchFamily="49" charset="0"/>
                <a:cs typeface="Consolas" panose="020B0609020204030204" pitchFamily="49" charset="0"/>
              </a:rPr>
              <a:t>:</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0000FF"/>
                </a:solidFill>
                <a:latin typeface="Consolas" panose="020B0609020204030204" pitchFamily="49" charset="0"/>
                <a:cs typeface="Consolas" panose="020B0609020204030204" pitchFamily="49" charset="0"/>
              </a:rPr>
              <a:t>if</a:t>
            </a:r>
            <a:r>
              <a:rPr lang="en-US" altLang="en-US" sz="2000">
                <a:solidFill>
                  <a:srgbClr val="008000"/>
                </a:solidFill>
                <a:latin typeface="Consolas" panose="020B0609020204030204" pitchFamily="49" charset="0"/>
                <a:cs typeface="Consolas" panose="020B0609020204030204" pitchFamily="49" charset="0"/>
              </a:rPr>
              <a:t> (List is empty)</a:t>
            </a:r>
            <a:r>
              <a:rPr lang="en-US" altLang="en-US" sz="2000">
                <a:solidFill>
                  <a:srgbClr val="0000FF"/>
                </a:solidFill>
                <a:latin typeface="Consolas" panose="020B0609020204030204" pitchFamily="49" charset="0"/>
                <a:cs typeface="Consolas" panose="020B0609020204030204" pitchFamily="49" charset="0"/>
              </a:rPr>
              <a:t>:</a:t>
            </a:r>
          </a:p>
          <a:p>
            <a:r>
              <a:rPr lang="en-US" altLang="en-US" sz="2000">
                <a:solidFill>
                  <a:srgbClr val="008000"/>
                </a:solidFill>
                <a:latin typeface="Consolas" panose="020B0609020204030204" pitchFamily="49" charset="0"/>
                <a:cs typeface="Consolas" panose="020B0609020204030204" pitchFamily="49" charset="0"/>
              </a:rPr>
              <a:t>        Declare search a failure</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0000FF"/>
                </a:solidFill>
                <a:latin typeface="Consolas" panose="020B0609020204030204" pitchFamily="49" charset="0"/>
                <a:cs typeface="Consolas" panose="020B0609020204030204" pitchFamily="49" charset="0"/>
              </a:rPr>
              <a:t>else:</a:t>
            </a:r>
          </a:p>
          <a:p>
            <a:r>
              <a:rPr lang="en-US" altLang="en-US" sz="2000">
                <a:solidFill>
                  <a:srgbClr val="008000"/>
                </a:solidFill>
                <a:latin typeface="Consolas" panose="020B0609020204030204" pitchFamily="49" charset="0"/>
                <a:cs typeface="Consolas" panose="020B0609020204030204" pitchFamily="49" charset="0"/>
              </a:rPr>
              <a:t>        Select the first entry in List to be TestEntry</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0000FF"/>
                </a:solidFill>
                <a:latin typeface="Consolas" panose="020B0609020204030204" pitchFamily="49" charset="0"/>
                <a:cs typeface="Consolas" panose="020B0609020204030204" pitchFamily="49" charset="0"/>
              </a:rPr>
              <a:t>while</a:t>
            </a:r>
            <a:r>
              <a:rPr lang="en-US" altLang="en-US" sz="2000">
                <a:solidFill>
                  <a:srgbClr val="008000"/>
                </a:solidFill>
                <a:latin typeface="Consolas" panose="020B0609020204030204" pitchFamily="49" charset="0"/>
                <a:cs typeface="Consolas" panose="020B0609020204030204" pitchFamily="49" charset="0"/>
              </a:rPr>
              <a:t> (TargetValue &gt; TestEntry and entries remain)</a:t>
            </a:r>
            <a:r>
              <a:rPr lang="en-US" altLang="en-US" sz="2000">
                <a:solidFill>
                  <a:srgbClr val="0000FF"/>
                </a:solidFill>
                <a:latin typeface="Consolas" panose="020B0609020204030204" pitchFamily="49" charset="0"/>
                <a:cs typeface="Consolas" panose="020B0609020204030204" pitchFamily="49" charset="0"/>
              </a:rPr>
              <a:t>:</a:t>
            </a:r>
            <a:r>
              <a:rPr lang="en-US" altLang="en-US" sz="2000">
                <a:solidFill>
                  <a:srgbClr val="008000"/>
                </a:solidFill>
                <a:latin typeface="Consolas" panose="020B0609020204030204" pitchFamily="49" charset="0"/>
                <a:cs typeface="Consolas" panose="020B0609020204030204" pitchFamily="49" charset="0"/>
              </a:rPr>
              <a:t> </a:t>
            </a:r>
          </a:p>
          <a:p>
            <a:r>
              <a:rPr lang="en-US" altLang="en-US" sz="2000">
                <a:solidFill>
                  <a:srgbClr val="008000"/>
                </a:solidFill>
                <a:latin typeface="Consolas" panose="020B0609020204030204" pitchFamily="49" charset="0"/>
                <a:cs typeface="Consolas" panose="020B0609020204030204" pitchFamily="49" charset="0"/>
              </a:rPr>
              <a:t>            Select the next entry in List as TestEntry</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0000FF"/>
                </a:solidFill>
                <a:latin typeface="Consolas" panose="020B0609020204030204" pitchFamily="49" charset="0"/>
                <a:cs typeface="Consolas" panose="020B0609020204030204" pitchFamily="49" charset="0"/>
              </a:rPr>
              <a:t>if</a:t>
            </a:r>
            <a:r>
              <a:rPr lang="en-US" altLang="en-US" sz="2000">
                <a:solidFill>
                  <a:srgbClr val="008000"/>
                </a:solidFill>
                <a:latin typeface="Consolas" panose="020B0609020204030204" pitchFamily="49" charset="0"/>
                <a:cs typeface="Consolas" panose="020B0609020204030204" pitchFamily="49" charset="0"/>
              </a:rPr>
              <a:t> (TargetValue == TestEntry)</a:t>
            </a:r>
            <a:r>
              <a:rPr lang="en-US" altLang="en-US" sz="2000">
                <a:solidFill>
                  <a:srgbClr val="0000FF"/>
                </a:solidFill>
                <a:latin typeface="Consolas" panose="020B0609020204030204" pitchFamily="49" charset="0"/>
                <a:cs typeface="Consolas" panose="020B0609020204030204" pitchFamily="49" charset="0"/>
              </a:rPr>
              <a:t>:</a:t>
            </a:r>
          </a:p>
          <a:p>
            <a:r>
              <a:rPr lang="en-US" altLang="en-US" sz="2000">
                <a:solidFill>
                  <a:srgbClr val="008000"/>
                </a:solidFill>
                <a:latin typeface="Consolas" panose="020B0609020204030204" pitchFamily="49" charset="0"/>
                <a:cs typeface="Consolas" panose="020B0609020204030204" pitchFamily="49" charset="0"/>
              </a:rPr>
              <a:t>            Declare search a success</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0000FF"/>
                </a:solidFill>
                <a:latin typeface="Consolas" panose="020B0609020204030204" pitchFamily="49" charset="0"/>
                <a:cs typeface="Consolas" panose="020B0609020204030204" pitchFamily="49" charset="0"/>
              </a:rPr>
              <a:t>else:</a:t>
            </a:r>
          </a:p>
          <a:p>
            <a:r>
              <a:rPr lang="en-US" altLang="en-US" sz="2000">
                <a:solidFill>
                  <a:srgbClr val="008000"/>
                </a:solidFill>
                <a:latin typeface="Consolas" panose="020B0609020204030204" pitchFamily="49" charset="0"/>
                <a:cs typeface="Consolas" panose="020B0609020204030204" pitchFamily="49" charset="0"/>
              </a:rPr>
              <a:t>            Declare search a failure</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D6549E-4E66-DE94-B40E-2C63D2682C1D}"/>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4F0FFD25-AE0B-F141-A48B-8CC63FC7FD09}" type="slidenum">
              <a:rPr lang="en-US" altLang="en-US" sz="1000">
                <a:latin typeface="Arial" panose="020B0604020202020204" pitchFamily="34" charset="0"/>
              </a:rPr>
              <a:pPr/>
              <a:t>21</a:t>
            </a:fld>
            <a:endParaRPr lang="en-US" altLang="en-US" sz="1000">
              <a:latin typeface="Arial" panose="020B0604020202020204" pitchFamily="34" charset="0"/>
            </a:endParaRPr>
          </a:p>
        </p:txBody>
      </p:sp>
      <p:sp>
        <p:nvSpPr>
          <p:cNvPr id="23555" name="Rectangle 2">
            <a:extLst>
              <a:ext uri="{FF2B5EF4-FFF2-40B4-BE49-F238E27FC236}">
                <a16:creationId xmlns:a16="http://schemas.microsoft.com/office/drawing/2014/main" id="{4AD10CB1-B1E8-3BB5-2C5B-58D7C88EE64F}"/>
              </a:ext>
            </a:extLst>
          </p:cNvPr>
          <p:cNvSpPr>
            <a:spLocks noGrp="1" noChangeArrowheads="1"/>
          </p:cNvSpPr>
          <p:nvPr>
            <p:ph type="title"/>
          </p:nvPr>
        </p:nvSpPr>
        <p:spPr>
          <a:xfrm>
            <a:off x="457200" y="152400"/>
            <a:ext cx="8305800" cy="1143000"/>
          </a:xfrm>
        </p:spPr>
        <p:txBody>
          <a:bodyPr/>
          <a:lstStyle/>
          <a:p>
            <a:pPr eaLnBrk="1" hangingPunct="1"/>
            <a:r>
              <a:rPr lang="en-US" altLang="en-US" b="0"/>
              <a:t>Figure 5.7</a:t>
            </a:r>
            <a:r>
              <a:rPr lang="en-US" altLang="en-US"/>
              <a:t>  Components of repetitive control</a:t>
            </a:r>
          </a:p>
        </p:txBody>
      </p:sp>
      <p:pic>
        <p:nvPicPr>
          <p:cNvPr id="23556" name="Picture 4" descr="fig_05_07">
            <a:extLst>
              <a:ext uri="{FF2B5EF4-FFF2-40B4-BE49-F238E27FC236}">
                <a16:creationId xmlns:a16="http://schemas.microsoft.com/office/drawing/2014/main" id="{253531DF-6006-7C25-C0C1-D9A1E7F8C608}"/>
              </a:ext>
            </a:extLst>
          </p:cNvPr>
          <p:cNvPicPr preferRelativeResize="0">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2362200"/>
            <a:ext cx="8382000" cy="2532063"/>
          </a:xfrm>
          <a:noFill/>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21792A-E610-F392-412C-EDC4BFC9F2CC}"/>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CAFC6313-61D4-2941-BACA-0E472EF7D856}" type="slidenum">
              <a:rPr lang="en-US" altLang="en-US" sz="1000">
                <a:latin typeface="Arial" panose="020B0604020202020204" pitchFamily="34" charset="0"/>
              </a:rPr>
              <a:pPr/>
              <a:t>22</a:t>
            </a:fld>
            <a:endParaRPr lang="en-US" altLang="en-US" sz="1000">
              <a:latin typeface="Arial" panose="020B0604020202020204" pitchFamily="34" charset="0"/>
            </a:endParaRPr>
          </a:p>
        </p:txBody>
      </p:sp>
      <p:sp>
        <p:nvSpPr>
          <p:cNvPr id="24579" name="Rectangle 2">
            <a:extLst>
              <a:ext uri="{FF2B5EF4-FFF2-40B4-BE49-F238E27FC236}">
                <a16:creationId xmlns:a16="http://schemas.microsoft.com/office/drawing/2014/main" id="{B7763477-278A-52AB-E5A0-F8C52D1AC540}"/>
              </a:ext>
            </a:extLst>
          </p:cNvPr>
          <p:cNvSpPr>
            <a:spLocks noGrp="1" noChangeArrowheads="1"/>
          </p:cNvSpPr>
          <p:nvPr>
            <p:ph type="title"/>
          </p:nvPr>
        </p:nvSpPr>
        <p:spPr/>
        <p:txBody>
          <a:bodyPr/>
          <a:lstStyle/>
          <a:p>
            <a:pPr eaLnBrk="1" hangingPunct="1"/>
            <a:r>
              <a:rPr lang="en-US" altLang="en-US"/>
              <a:t>Iterative Structures</a:t>
            </a:r>
          </a:p>
        </p:txBody>
      </p:sp>
      <p:sp>
        <p:nvSpPr>
          <p:cNvPr id="24580" name="Rectangle 3">
            <a:extLst>
              <a:ext uri="{FF2B5EF4-FFF2-40B4-BE49-F238E27FC236}">
                <a16:creationId xmlns:a16="http://schemas.microsoft.com/office/drawing/2014/main" id="{B351BE8C-1116-0DF7-020C-E0634692C95E}"/>
              </a:ext>
            </a:extLst>
          </p:cNvPr>
          <p:cNvSpPr>
            <a:spLocks noGrp="1" noChangeArrowheads="1"/>
          </p:cNvSpPr>
          <p:nvPr>
            <p:ph type="body" idx="1"/>
          </p:nvPr>
        </p:nvSpPr>
        <p:spPr/>
        <p:txBody>
          <a:bodyPr/>
          <a:lstStyle/>
          <a:p>
            <a:pPr eaLnBrk="1" hangingPunct="1"/>
            <a:r>
              <a:rPr lang="en-US" altLang="en-US"/>
              <a:t>Pretest loop:</a:t>
            </a:r>
          </a:p>
          <a:p>
            <a:pPr eaLnBrk="1" hangingPunct="1">
              <a:spcBef>
                <a:spcPts val="1200"/>
              </a:spcBef>
              <a:buFont typeface="Times" pitchFamily="1" charset="0"/>
              <a:buNone/>
            </a:pPr>
            <a:r>
              <a:rPr lang="en-US" altLang="en-US"/>
              <a:t>		</a:t>
            </a:r>
            <a:r>
              <a:rPr lang="en-US" altLang="en-US">
                <a:solidFill>
                  <a:srgbClr val="0000FF"/>
                </a:solidFill>
                <a:latin typeface="Consolas" panose="020B0609020204030204" pitchFamily="49" charset="0"/>
                <a:cs typeface="Consolas" panose="020B0609020204030204" pitchFamily="49" charset="0"/>
              </a:rPr>
              <a:t>while</a:t>
            </a:r>
            <a:r>
              <a:rPr lang="en-US" altLang="en-US">
                <a:solidFill>
                  <a:srgbClr val="008000"/>
                </a:solidFill>
                <a:latin typeface="Consolas" panose="020B0609020204030204" pitchFamily="49" charset="0"/>
                <a:cs typeface="Consolas" panose="020B0609020204030204" pitchFamily="49" charset="0"/>
              </a:rPr>
              <a:t> (</a:t>
            </a:r>
            <a:r>
              <a:rPr lang="en-US" altLang="en-US" i="1">
                <a:solidFill>
                  <a:srgbClr val="008000"/>
                </a:solidFill>
                <a:latin typeface="Consolas" panose="020B0609020204030204" pitchFamily="49" charset="0"/>
                <a:cs typeface="Consolas" panose="020B0609020204030204" pitchFamily="49" charset="0"/>
              </a:rPr>
              <a:t>condition</a:t>
            </a:r>
            <a:r>
              <a:rPr lang="en-US" altLang="en-US">
                <a:solidFill>
                  <a:srgbClr val="008000"/>
                </a:solidFill>
                <a:latin typeface="Consolas" panose="020B0609020204030204" pitchFamily="49" charset="0"/>
                <a:cs typeface="Consolas" panose="020B0609020204030204" pitchFamily="49" charset="0"/>
              </a:rPr>
              <a:t>)</a:t>
            </a:r>
            <a:r>
              <a:rPr lang="en-US" altLang="en-US">
                <a:solidFill>
                  <a:srgbClr val="0000FF"/>
                </a:solidFill>
                <a:latin typeface="Consolas" panose="020B0609020204030204" pitchFamily="49" charset="0"/>
                <a:cs typeface="Consolas" panose="020B0609020204030204" pitchFamily="49" charset="0"/>
              </a:rPr>
              <a:t>:</a:t>
            </a:r>
          </a:p>
          <a:p>
            <a:pPr eaLnBrk="1" hangingPunct="1">
              <a:spcBef>
                <a:spcPct val="0"/>
              </a:spcBef>
              <a:buFont typeface="Times" pitchFamily="1" charset="0"/>
              <a:buNone/>
            </a:pPr>
            <a:r>
              <a:rPr lang="en-US" altLang="en-US">
                <a:solidFill>
                  <a:srgbClr val="008000"/>
                </a:solidFill>
                <a:latin typeface="Consolas" panose="020B0609020204030204" pitchFamily="49" charset="0"/>
                <a:cs typeface="Consolas" panose="020B0609020204030204" pitchFamily="49" charset="0"/>
              </a:rPr>
              <a:t>       </a:t>
            </a:r>
            <a:r>
              <a:rPr lang="en-US" altLang="en-US" i="1">
                <a:solidFill>
                  <a:srgbClr val="008000"/>
                </a:solidFill>
                <a:latin typeface="Consolas" panose="020B0609020204030204" pitchFamily="49" charset="0"/>
                <a:cs typeface="Consolas" panose="020B0609020204030204" pitchFamily="49" charset="0"/>
              </a:rPr>
              <a:t>body</a:t>
            </a:r>
            <a:endParaRPr lang="en-US" altLang="en-US">
              <a:solidFill>
                <a:srgbClr val="008000"/>
              </a:solidFill>
              <a:latin typeface="Consolas" panose="020B0609020204030204" pitchFamily="49" charset="0"/>
              <a:cs typeface="Consolas" panose="020B0609020204030204" pitchFamily="49" charset="0"/>
            </a:endParaRPr>
          </a:p>
          <a:p>
            <a:pPr eaLnBrk="1" hangingPunct="1">
              <a:spcBef>
                <a:spcPts val="1200"/>
              </a:spcBef>
            </a:pPr>
            <a:r>
              <a:rPr lang="en-US" altLang="en-US"/>
              <a:t>Posttest loop:</a:t>
            </a:r>
          </a:p>
          <a:p>
            <a:pPr eaLnBrk="1" hangingPunct="1">
              <a:spcBef>
                <a:spcPts val="1200"/>
              </a:spcBef>
              <a:buFont typeface="Times" pitchFamily="1" charset="0"/>
              <a:buNone/>
            </a:pPr>
            <a:r>
              <a:rPr lang="en-US" altLang="en-US" b="1">
                <a:latin typeface="Courier New" panose="02070309020205020404" pitchFamily="49" charset="0"/>
              </a:rPr>
              <a:t>		</a:t>
            </a:r>
            <a:r>
              <a:rPr lang="en-US" altLang="en-US">
                <a:solidFill>
                  <a:srgbClr val="0000FF"/>
                </a:solidFill>
                <a:latin typeface="Consolas" panose="020B0609020204030204" pitchFamily="49" charset="0"/>
                <a:cs typeface="Consolas" panose="020B0609020204030204" pitchFamily="49" charset="0"/>
              </a:rPr>
              <a:t>repeat:</a:t>
            </a:r>
            <a:r>
              <a:rPr lang="en-US" altLang="en-US">
                <a:solidFill>
                  <a:srgbClr val="008000"/>
                </a:solidFill>
                <a:latin typeface="Consolas" panose="020B0609020204030204" pitchFamily="49" charset="0"/>
                <a:cs typeface="Consolas" panose="020B0609020204030204" pitchFamily="49" charset="0"/>
              </a:rPr>
              <a:t> </a:t>
            </a:r>
          </a:p>
          <a:p>
            <a:pPr eaLnBrk="1" hangingPunct="1">
              <a:spcBef>
                <a:spcPct val="0"/>
              </a:spcBef>
              <a:buFont typeface="Times" pitchFamily="1" charset="0"/>
              <a:buNone/>
            </a:pPr>
            <a:r>
              <a:rPr lang="en-US" altLang="en-US">
                <a:solidFill>
                  <a:srgbClr val="008000"/>
                </a:solidFill>
                <a:latin typeface="Consolas" panose="020B0609020204030204" pitchFamily="49" charset="0"/>
                <a:cs typeface="Consolas" panose="020B0609020204030204" pitchFamily="49" charset="0"/>
              </a:rPr>
              <a:t>       </a:t>
            </a:r>
            <a:r>
              <a:rPr lang="en-US" altLang="en-US" i="1">
                <a:solidFill>
                  <a:srgbClr val="008000"/>
                </a:solidFill>
                <a:latin typeface="Consolas" panose="020B0609020204030204" pitchFamily="49" charset="0"/>
                <a:cs typeface="Consolas" panose="020B0609020204030204" pitchFamily="49" charset="0"/>
              </a:rPr>
              <a:t>body</a:t>
            </a:r>
            <a:r>
              <a:rPr lang="en-US" altLang="en-US">
                <a:solidFill>
                  <a:srgbClr val="008000"/>
                </a:solidFill>
                <a:latin typeface="Consolas" panose="020B0609020204030204" pitchFamily="49" charset="0"/>
                <a:cs typeface="Consolas" panose="020B0609020204030204" pitchFamily="49" charset="0"/>
              </a:rPr>
              <a:t>		        </a:t>
            </a:r>
          </a:p>
          <a:p>
            <a:pPr eaLnBrk="1" hangingPunct="1">
              <a:spcBef>
                <a:spcPct val="0"/>
              </a:spcBef>
              <a:buFont typeface="Times" pitchFamily="1" charset="0"/>
              <a:buNone/>
            </a:pPr>
            <a:r>
              <a:rPr lang="en-US" altLang="en-US">
                <a:solidFill>
                  <a:srgbClr val="008000"/>
                </a:solidFill>
                <a:latin typeface="Consolas" panose="020B0609020204030204" pitchFamily="49" charset="0"/>
                <a:cs typeface="Consolas" panose="020B0609020204030204" pitchFamily="49" charset="0"/>
              </a:rPr>
              <a:t>       </a:t>
            </a:r>
            <a:r>
              <a:rPr lang="en-US" altLang="en-US">
                <a:solidFill>
                  <a:srgbClr val="0000FF"/>
                </a:solidFill>
                <a:latin typeface="Consolas" panose="020B0609020204030204" pitchFamily="49" charset="0"/>
                <a:cs typeface="Consolas" panose="020B0609020204030204" pitchFamily="49" charset="0"/>
              </a:rPr>
              <a:t>until</a:t>
            </a:r>
            <a:r>
              <a:rPr lang="en-US" altLang="en-US">
                <a:solidFill>
                  <a:srgbClr val="008000"/>
                </a:solidFill>
                <a:latin typeface="Consolas" panose="020B0609020204030204" pitchFamily="49" charset="0"/>
                <a:cs typeface="Consolas" panose="020B0609020204030204" pitchFamily="49" charset="0"/>
              </a:rPr>
              <a:t>(</a:t>
            </a:r>
            <a:r>
              <a:rPr lang="en-US" altLang="en-US" i="1">
                <a:solidFill>
                  <a:srgbClr val="008000"/>
                </a:solidFill>
                <a:latin typeface="Consolas" panose="020B0609020204030204" pitchFamily="49" charset="0"/>
                <a:cs typeface="Consolas" panose="020B0609020204030204" pitchFamily="49" charset="0"/>
              </a:rPr>
              <a:t>condition</a:t>
            </a:r>
            <a:r>
              <a:rPr lang="en-US" altLang="en-US">
                <a:solidFill>
                  <a:srgbClr val="008000"/>
                </a:solidFill>
                <a:latin typeface="Consolas" panose="020B0609020204030204" pitchFamily="49" charset="0"/>
                <a:cs typeface="Consolas" panose="020B0609020204030204" pitchFamily="49"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E1AAAC50-FBCD-714F-FD2B-CA6A30DC710B}"/>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19C9F8F0-6545-B34A-A4E4-1F1039BE3B19}" type="slidenum">
              <a:rPr lang="en-US" altLang="en-US" sz="1000">
                <a:latin typeface="Arial" panose="020B0604020202020204" pitchFamily="34" charset="0"/>
              </a:rPr>
              <a:pPr/>
              <a:t>23</a:t>
            </a:fld>
            <a:endParaRPr lang="en-US" altLang="en-US" sz="1000">
              <a:latin typeface="Arial" panose="020B0604020202020204" pitchFamily="34" charset="0"/>
            </a:endParaRPr>
          </a:p>
        </p:txBody>
      </p:sp>
      <p:sp>
        <p:nvSpPr>
          <p:cNvPr id="25603" name="Rectangle 2">
            <a:extLst>
              <a:ext uri="{FF2B5EF4-FFF2-40B4-BE49-F238E27FC236}">
                <a16:creationId xmlns:a16="http://schemas.microsoft.com/office/drawing/2014/main" id="{A0BDF1CA-A0BE-B90F-6661-19A15E47374B}"/>
              </a:ext>
            </a:extLst>
          </p:cNvPr>
          <p:cNvSpPr>
            <a:spLocks noGrp="1" noChangeArrowheads="1"/>
          </p:cNvSpPr>
          <p:nvPr>
            <p:ph type="title"/>
          </p:nvPr>
        </p:nvSpPr>
        <p:spPr/>
        <p:txBody>
          <a:bodyPr/>
          <a:lstStyle/>
          <a:p>
            <a:pPr eaLnBrk="1" hangingPunct="1"/>
            <a:r>
              <a:rPr lang="en-US" altLang="en-US" b="0"/>
              <a:t>Figure 5.8</a:t>
            </a:r>
            <a:r>
              <a:rPr lang="en-US" altLang="en-US"/>
              <a:t>  The while loop structure</a:t>
            </a:r>
          </a:p>
        </p:txBody>
      </p:sp>
      <p:pic>
        <p:nvPicPr>
          <p:cNvPr id="25604" name="Picture 5">
            <a:extLst>
              <a:ext uri="{FF2B5EF4-FFF2-40B4-BE49-F238E27FC236}">
                <a16:creationId xmlns:a16="http://schemas.microsoft.com/office/drawing/2014/main" id="{F21AF389-82E5-577C-EA3F-736FC262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1295400"/>
            <a:ext cx="4448175"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E46860DA-BDBA-16ED-02DC-395C23F0A554}"/>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4D54ADDD-50CB-B84C-81E1-D9633639017B}" type="slidenum">
              <a:rPr lang="en-US" altLang="en-US" sz="1000">
                <a:latin typeface="Arial" panose="020B0604020202020204" pitchFamily="34" charset="0"/>
              </a:rPr>
              <a:pPr/>
              <a:t>24</a:t>
            </a:fld>
            <a:endParaRPr lang="en-US" altLang="en-US" sz="1000">
              <a:latin typeface="Arial" panose="020B0604020202020204" pitchFamily="34" charset="0"/>
            </a:endParaRPr>
          </a:p>
        </p:txBody>
      </p:sp>
      <p:sp>
        <p:nvSpPr>
          <p:cNvPr id="26627" name="Rectangle 2">
            <a:extLst>
              <a:ext uri="{FF2B5EF4-FFF2-40B4-BE49-F238E27FC236}">
                <a16:creationId xmlns:a16="http://schemas.microsoft.com/office/drawing/2014/main" id="{429CCD55-7C74-98EA-0D48-5F1D35CAC88D}"/>
              </a:ext>
            </a:extLst>
          </p:cNvPr>
          <p:cNvSpPr>
            <a:spLocks noGrp="1" noChangeArrowheads="1"/>
          </p:cNvSpPr>
          <p:nvPr>
            <p:ph type="title"/>
          </p:nvPr>
        </p:nvSpPr>
        <p:spPr/>
        <p:txBody>
          <a:bodyPr/>
          <a:lstStyle/>
          <a:p>
            <a:pPr eaLnBrk="1" hangingPunct="1"/>
            <a:r>
              <a:rPr lang="en-US" altLang="en-US" b="0"/>
              <a:t>Figure 5.9</a:t>
            </a:r>
            <a:r>
              <a:rPr lang="en-US" altLang="en-US"/>
              <a:t>  The repeat loop structure</a:t>
            </a:r>
          </a:p>
        </p:txBody>
      </p:sp>
      <p:pic>
        <p:nvPicPr>
          <p:cNvPr id="26628" name="Picture 5">
            <a:extLst>
              <a:ext uri="{FF2B5EF4-FFF2-40B4-BE49-F238E27FC236}">
                <a16:creationId xmlns:a16="http://schemas.microsoft.com/office/drawing/2014/main" id="{5CF927E9-177A-D4CA-2844-82393890AB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295400"/>
            <a:ext cx="34671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28F0DE72-16A4-FA80-9DFB-5B43590B7216}"/>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6314E95C-C426-4942-B86B-42648EF4D28A}" type="slidenum">
              <a:rPr lang="en-US" altLang="en-US" sz="1000">
                <a:latin typeface="Arial" panose="020B0604020202020204" pitchFamily="34" charset="0"/>
              </a:rPr>
              <a:pPr/>
              <a:t>25</a:t>
            </a:fld>
            <a:endParaRPr lang="en-US" altLang="en-US" sz="1000">
              <a:latin typeface="Arial" panose="020B0604020202020204" pitchFamily="34" charset="0"/>
            </a:endParaRPr>
          </a:p>
        </p:txBody>
      </p:sp>
      <p:sp>
        <p:nvSpPr>
          <p:cNvPr id="27651" name="Rectangle 2">
            <a:extLst>
              <a:ext uri="{FF2B5EF4-FFF2-40B4-BE49-F238E27FC236}">
                <a16:creationId xmlns:a16="http://schemas.microsoft.com/office/drawing/2014/main" id="{38B53F7D-EC3B-40BF-73DD-7B0DFDFF50A4}"/>
              </a:ext>
            </a:extLst>
          </p:cNvPr>
          <p:cNvSpPr>
            <a:spLocks noGrp="1" noChangeArrowheads="1"/>
          </p:cNvSpPr>
          <p:nvPr>
            <p:ph type="title"/>
          </p:nvPr>
        </p:nvSpPr>
        <p:spPr>
          <a:xfrm>
            <a:off x="457200" y="152400"/>
            <a:ext cx="8305800" cy="1143000"/>
          </a:xfrm>
        </p:spPr>
        <p:txBody>
          <a:bodyPr/>
          <a:lstStyle/>
          <a:p>
            <a:pPr eaLnBrk="1" hangingPunct="1"/>
            <a:r>
              <a:rPr lang="en-US" altLang="en-US" sz="3200" b="0"/>
              <a:t>Figure 5.10</a:t>
            </a:r>
            <a:r>
              <a:rPr lang="en-US" altLang="en-US" sz="3200"/>
              <a:t>  Sorting the list Fred, Alex, Diana, Byron, and Carol alphabetically</a:t>
            </a:r>
            <a:endParaRPr lang="en-US" altLang="en-US"/>
          </a:p>
        </p:txBody>
      </p:sp>
      <p:pic>
        <p:nvPicPr>
          <p:cNvPr id="27652" name="Picture 6" descr="fig_05_10">
            <a:extLst>
              <a:ext uri="{FF2B5EF4-FFF2-40B4-BE49-F238E27FC236}">
                <a16:creationId xmlns:a16="http://schemas.microsoft.com/office/drawing/2014/main" id="{71AD8CE8-9CD6-66E0-E2AE-F7D781B3200D}"/>
              </a:ext>
            </a:extLst>
          </p:cNvPr>
          <p:cNvPicPr preferRelativeResize="0">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2209800" y="1371600"/>
            <a:ext cx="4395788"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FA335F-D3BD-452C-468E-D8E6020600FA}"/>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594CCE60-35D7-754B-9FFA-2FC6D05190E8}" type="slidenum">
              <a:rPr lang="en-US" altLang="en-US" sz="1000">
                <a:latin typeface="Arial" panose="020B0604020202020204" pitchFamily="34" charset="0"/>
              </a:rPr>
              <a:pPr/>
              <a:t>26</a:t>
            </a:fld>
            <a:endParaRPr lang="en-US" altLang="en-US" sz="1000">
              <a:latin typeface="Arial" panose="020B0604020202020204" pitchFamily="34" charset="0"/>
            </a:endParaRPr>
          </a:p>
        </p:txBody>
      </p:sp>
      <p:sp>
        <p:nvSpPr>
          <p:cNvPr id="28675" name="Rectangle 2">
            <a:extLst>
              <a:ext uri="{FF2B5EF4-FFF2-40B4-BE49-F238E27FC236}">
                <a16:creationId xmlns:a16="http://schemas.microsoft.com/office/drawing/2014/main" id="{09763222-FF52-A27E-86FD-AE33CF5A28D7}"/>
              </a:ext>
            </a:extLst>
          </p:cNvPr>
          <p:cNvSpPr>
            <a:spLocks noGrp="1" noChangeArrowheads="1"/>
          </p:cNvSpPr>
          <p:nvPr>
            <p:ph type="title"/>
          </p:nvPr>
        </p:nvSpPr>
        <p:spPr>
          <a:xfrm>
            <a:off x="457200" y="152400"/>
            <a:ext cx="8305800" cy="1143000"/>
          </a:xfrm>
        </p:spPr>
        <p:txBody>
          <a:bodyPr/>
          <a:lstStyle/>
          <a:p>
            <a:pPr eaLnBrk="1" hangingPunct="1"/>
            <a:r>
              <a:rPr lang="en-US" altLang="en-US" sz="3400" b="0"/>
              <a:t>Figure 5.11</a:t>
            </a:r>
            <a:r>
              <a:rPr lang="en-US" altLang="en-US" sz="3400"/>
              <a:t>  The insertion sort algorithm expressed in pseudocode</a:t>
            </a:r>
            <a:endParaRPr lang="en-US" altLang="en-US"/>
          </a:p>
        </p:txBody>
      </p:sp>
      <p:sp>
        <p:nvSpPr>
          <p:cNvPr id="28676" name="Rectangle 6">
            <a:extLst>
              <a:ext uri="{FF2B5EF4-FFF2-40B4-BE49-F238E27FC236}">
                <a16:creationId xmlns:a16="http://schemas.microsoft.com/office/drawing/2014/main" id="{DA636337-BC5D-3248-B99A-9C10A983B907}"/>
              </a:ext>
            </a:extLst>
          </p:cNvPr>
          <p:cNvSpPr>
            <a:spLocks noChangeArrowheads="1"/>
          </p:cNvSpPr>
          <p:nvPr/>
        </p:nvSpPr>
        <p:spPr bwMode="auto">
          <a:xfrm>
            <a:off x="533400" y="1752600"/>
            <a:ext cx="8610600" cy="415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2400">
                <a:solidFill>
                  <a:srgbClr val="0000FF"/>
                </a:solidFill>
                <a:latin typeface="Consolas" panose="020B0609020204030204" pitchFamily="49" charset="0"/>
                <a:cs typeface="Consolas" panose="020B0609020204030204" pitchFamily="49" charset="0"/>
              </a:rPr>
              <a:t>def </a:t>
            </a:r>
            <a:r>
              <a:rPr lang="en-US" altLang="en-US" sz="2400">
                <a:solidFill>
                  <a:srgbClr val="800000"/>
                </a:solidFill>
                <a:latin typeface="Consolas" panose="020B0609020204030204" pitchFamily="49" charset="0"/>
                <a:cs typeface="Consolas" panose="020B0609020204030204" pitchFamily="49" charset="0"/>
              </a:rPr>
              <a:t>Sort</a:t>
            </a:r>
            <a:r>
              <a:rPr lang="en-US" altLang="en-US" sz="2400">
                <a:solidFill>
                  <a:srgbClr val="008000"/>
                </a:solidFill>
                <a:latin typeface="Consolas" panose="020B0609020204030204" pitchFamily="49" charset="0"/>
                <a:cs typeface="Consolas" panose="020B0609020204030204" pitchFamily="49" charset="0"/>
              </a:rPr>
              <a:t>(List)</a:t>
            </a:r>
            <a:r>
              <a:rPr lang="en-US" altLang="en-US" sz="2400">
                <a:solidFill>
                  <a:srgbClr val="0000FF"/>
                </a:solidFill>
                <a:latin typeface="Consolas" panose="020B0609020204030204" pitchFamily="49" charset="0"/>
                <a:cs typeface="Consolas" panose="020B0609020204030204" pitchFamily="49" charset="0"/>
              </a:rPr>
              <a:t>:</a:t>
            </a:r>
          </a:p>
          <a:p>
            <a:r>
              <a:rPr lang="en-US" altLang="en-US" sz="2400">
                <a:solidFill>
                  <a:srgbClr val="008000"/>
                </a:solidFill>
                <a:latin typeface="Consolas" panose="020B0609020204030204" pitchFamily="49" charset="0"/>
                <a:cs typeface="Consolas" panose="020B0609020204030204" pitchFamily="49" charset="0"/>
              </a:rPr>
              <a:t>    </a:t>
            </a:r>
            <a:r>
              <a:rPr lang="en-US" altLang="en-US" sz="2400">
                <a:solidFill>
                  <a:srgbClr val="800000"/>
                </a:solidFill>
                <a:latin typeface="Consolas" panose="020B0609020204030204" pitchFamily="49" charset="0"/>
                <a:cs typeface="Consolas" panose="020B0609020204030204" pitchFamily="49" charset="0"/>
              </a:rPr>
              <a:t>N</a:t>
            </a:r>
            <a:r>
              <a:rPr lang="en-US" altLang="en-US" sz="2400">
                <a:solidFill>
                  <a:srgbClr val="008000"/>
                </a:solidFill>
                <a:latin typeface="Consolas" panose="020B0609020204030204" pitchFamily="49" charset="0"/>
                <a:cs typeface="Consolas" panose="020B0609020204030204" pitchFamily="49" charset="0"/>
              </a:rPr>
              <a:t> = 2</a:t>
            </a:r>
          </a:p>
          <a:p>
            <a:r>
              <a:rPr lang="en-US" altLang="en-US" sz="2400">
                <a:solidFill>
                  <a:srgbClr val="008000"/>
                </a:solidFill>
                <a:latin typeface="Consolas" panose="020B0609020204030204" pitchFamily="49" charset="0"/>
                <a:cs typeface="Consolas" panose="020B0609020204030204" pitchFamily="49" charset="0"/>
              </a:rPr>
              <a:t>    </a:t>
            </a:r>
            <a:r>
              <a:rPr lang="en-US" altLang="en-US" sz="2400">
                <a:solidFill>
                  <a:srgbClr val="0000FF"/>
                </a:solidFill>
                <a:latin typeface="Consolas" panose="020B0609020204030204" pitchFamily="49" charset="0"/>
                <a:cs typeface="Consolas" panose="020B0609020204030204" pitchFamily="49" charset="0"/>
              </a:rPr>
              <a:t>while</a:t>
            </a:r>
            <a:r>
              <a:rPr lang="en-US" altLang="en-US" sz="2400">
                <a:solidFill>
                  <a:srgbClr val="008000"/>
                </a:solidFill>
                <a:latin typeface="Consolas" panose="020B0609020204030204" pitchFamily="49" charset="0"/>
                <a:cs typeface="Consolas" panose="020B0609020204030204" pitchFamily="49" charset="0"/>
              </a:rPr>
              <a:t> (N &lt;= length of List)</a:t>
            </a:r>
            <a:r>
              <a:rPr lang="en-US" altLang="en-US" sz="2400">
                <a:solidFill>
                  <a:srgbClr val="0000FF"/>
                </a:solidFill>
                <a:latin typeface="Consolas" panose="020B0609020204030204" pitchFamily="49" charset="0"/>
                <a:cs typeface="Consolas" panose="020B0609020204030204" pitchFamily="49" charset="0"/>
              </a:rPr>
              <a:t>:</a:t>
            </a:r>
          </a:p>
          <a:p>
            <a:r>
              <a:rPr lang="en-US" altLang="en-US" sz="2400">
                <a:solidFill>
                  <a:srgbClr val="008000"/>
                </a:solidFill>
                <a:latin typeface="Consolas" panose="020B0609020204030204" pitchFamily="49" charset="0"/>
                <a:cs typeface="Consolas" panose="020B0609020204030204" pitchFamily="49" charset="0"/>
              </a:rPr>
              <a:t>        </a:t>
            </a:r>
            <a:r>
              <a:rPr lang="en-US" altLang="en-US" sz="2400">
                <a:solidFill>
                  <a:srgbClr val="800000"/>
                </a:solidFill>
                <a:latin typeface="Consolas" panose="020B0609020204030204" pitchFamily="49" charset="0"/>
                <a:cs typeface="Consolas" panose="020B0609020204030204" pitchFamily="49" charset="0"/>
              </a:rPr>
              <a:t>Pivot</a:t>
            </a:r>
            <a:r>
              <a:rPr lang="en-US" altLang="en-US" sz="2400">
                <a:solidFill>
                  <a:srgbClr val="008000"/>
                </a:solidFill>
                <a:latin typeface="Consolas" panose="020B0609020204030204" pitchFamily="49" charset="0"/>
                <a:cs typeface="Consolas" panose="020B0609020204030204" pitchFamily="49" charset="0"/>
              </a:rPr>
              <a:t> = Nth entry in List</a:t>
            </a:r>
          </a:p>
          <a:p>
            <a:r>
              <a:rPr lang="en-US" altLang="en-US" sz="2400">
                <a:solidFill>
                  <a:srgbClr val="008000"/>
                </a:solidFill>
                <a:latin typeface="Consolas" panose="020B0609020204030204" pitchFamily="49" charset="0"/>
                <a:cs typeface="Consolas" panose="020B0609020204030204" pitchFamily="49" charset="0"/>
              </a:rPr>
              <a:t>        Remove Nth entry leaving a hole in List</a:t>
            </a:r>
          </a:p>
          <a:p>
            <a:r>
              <a:rPr lang="en-US" altLang="en-US" sz="2400">
                <a:solidFill>
                  <a:srgbClr val="008000"/>
                </a:solidFill>
                <a:latin typeface="Consolas" panose="020B0609020204030204" pitchFamily="49" charset="0"/>
                <a:cs typeface="Consolas" panose="020B0609020204030204" pitchFamily="49" charset="0"/>
              </a:rPr>
              <a:t>        </a:t>
            </a:r>
            <a:r>
              <a:rPr lang="en-US" altLang="en-US" sz="2400">
                <a:solidFill>
                  <a:srgbClr val="0000FF"/>
                </a:solidFill>
                <a:latin typeface="Consolas" panose="020B0609020204030204" pitchFamily="49" charset="0"/>
                <a:cs typeface="Consolas" panose="020B0609020204030204" pitchFamily="49" charset="0"/>
              </a:rPr>
              <a:t>while</a:t>
            </a:r>
            <a:r>
              <a:rPr lang="en-US" altLang="en-US" sz="2400">
                <a:solidFill>
                  <a:srgbClr val="008000"/>
                </a:solidFill>
                <a:latin typeface="Consolas" panose="020B0609020204030204" pitchFamily="49" charset="0"/>
                <a:cs typeface="Consolas" panose="020B0609020204030204" pitchFamily="49" charset="0"/>
              </a:rPr>
              <a:t> (there is an Entry above the </a:t>
            </a:r>
          </a:p>
          <a:p>
            <a:r>
              <a:rPr lang="en-US" altLang="en-US" sz="2400">
                <a:solidFill>
                  <a:srgbClr val="008000"/>
                </a:solidFill>
                <a:latin typeface="Consolas" panose="020B0609020204030204" pitchFamily="49" charset="0"/>
                <a:cs typeface="Consolas" panose="020B0609020204030204" pitchFamily="49" charset="0"/>
              </a:rPr>
              <a:t>                  hole and Entry &gt; Pivot)</a:t>
            </a:r>
            <a:r>
              <a:rPr lang="en-US" altLang="en-US" sz="2400">
                <a:solidFill>
                  <a:srgbClr val="0000FF"/>
                </a:solidFill>
                <a:latin typeface="Consolas" panose="020B0609020204030204" pitchFamily="49" charset="0"/>
                <a:cs typeface="Consolas" panose="020B0609020204030204" pitchFamily="49" charset="0"/>
              </a:rPr>
              <a:t>:</a:t>
            </a:r>
          </a:p>
          <a:p>
            <a:r>
              <a:rPr lang="en-US" altLang="en-US" sz="2400">
                <a:solidFill>
                  <a:srgbClr val="008000"/>
                </a:solidFill>
                <a:latin typeface="Consolas" panose="020B0609020204030204" pitchFamily="49" charset="0"/>
                <a:cs typeface="Consolas" panose="020B0609020204030204" pitchFamily="49" charset="0"/>
              </a:rPr>
              <a:t>            Move Entry down into the hole leaving </a:t>
            </a:r>
          </a:p>
          <a:p>
            <a:r>
              <a:rPr lang="en-US" altLang="en-US" sz="2400">
                <a:solidFill>
                  <a:srgbClr val="008000"/>
                </a:solidFill>
                <a:latin typeface="Consolas" panose="020B0609020204030204" pitchFamily="49" charset="0"/>
                <a:cs typeface="Consolas" panose="020B0609020204030204" pitchFamily="49" charset="0"/>
              </a:rPr>
              <a:t>            a hole in the list above the Entry</a:t>
            </a:r>
          </a:p>
          <a:p>
            <a:r>
              <a:rPr lang="en-US" altLang="en-US" sz="2400">
                <a:solidFill>
                  <a:srgbClr val="008000"/>
                </a:solidFill>
                <a:latin typeface="Consolas" panose="020B0609020204030204" pitchFamily="49" charset="0"/>
                <a:cs typeface="Consolas" panose="020B0609020204030204" pitchFamily="49" charset="0"/>
              </a:rPr>
              <a:t>        Move Pivot into the hole </a:t>
            </a:r>
          </a:p>
          <a:p>
            <a:r>
              <a:rPr lang="en-US" altLang="en-US" sz="2400">
                <a:solidFill>
                  <a:srgbClr val="008000"/>
                </a:solidFill>
                <a:latin typeface="Consolas" panose="020B0609020204030204" pitchFamily="49" charset="0"/>
                <a:cs typeface="Consolas" panose="020B0609020204030204" pitchFamily="49" charset="0"/>
              </a:rPr>
              <a:t>        N = N + 1</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9795DD-8EB8-8CC2-8405-A5414385F60A}"/>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FEE50F3A-E107-BA41-B1BB-52EFCCC3D512}" type="slidenum">
              <a:rPr lang="en-US" altLang="en-US" sz="1000">
                <a:latin typeface="Arial" panose="020B0604020202020204" pitchFamily="34" charset="0"/>
              </a:rPr>
              <a:pPr/>
              <a:t>27</a:t>
            </a:fld>
            <a:endParaRPr lang="en-US" altLang="en-US" sz="1000">
              <a:latin typeface="Arial" panose="020B0604020202020204" pitchFamily="34" charset="0"/>
            </a:endParaRPr>
          </a:p>
        </p:txBody>
      </p:sp>
      <p:sp>
        <p:nvSpPr>
          <p:cNvPr id="29699" name="Rectangle 2">
            <a:extLst>
              <a:ext uri="{FF2B5EF4-FFF2-40B4-BE49-F238E27FC236}">
                <a16:creationId xmlns:a16="http://schemas.microsoft.com/office/drawing/2014/main" id="{DC93A455-2A6A-E367-0B17-AE0ABD719ACF}"/>
              </a:ext>
            </a:extLst>
          </p:cNvPr>
          <p:cNvSpPr>
            <a:spLocks noGrp="1" noChangeArrowheads="1"/>
          </p:cNvSpPr>
          <p:nvPr>
            <p:ph type="title"/>
          </p:nvPr>
        </p:nvSpPr>
        <p:spPr/>
        <p:txBody>
          <a:bodyPr/>
          <a:lstStyle/>
          <a:p>
            <a:pPr eaLnBrk="1" hangingPunct="1"/>
            <a:r>
              <a:rPr lang="en-US" altLang="en-US"/>
              <a:t>Recursion</a:t>
            </a:r>
          </a:p>
        </p:txBody>
      </p:sp>
      <p:sp>
        <p:nvSpPr>
          <p:cNvPr id="29700" name="Rectangle 3">
            <a:extLst>
              <a:ext uri="{FF2B5EF4-FFF2-40B4-BE49-F238E27FC236}">
                <a16:creationId xmlns:a16="http://schemas.microsoft.com/office/drawing/2014/main" id="{94054CE3-8971-D6EF-83A3-FBAA00B31135}"/>
              </a:ext>
            </a:extLst>
          </p:cNvPr>
          <p:cNvSpPr>
            <a:spLocks noGrp="1" noChangeArrowheads="1"/>
          </p:cNvSpPr>
          <p:nvPr>
            <p:ph type="body" idx="1"/>
          </p:nvPr>
        </p:nvSpPr>
        <p:spPr/>
        <p:txBody>
          <a:bodyPr/>
          <a:lstStyle/>
          <a:p>
            <a:pPr eaLnBrk="1" hangingPunct="1"/>
            <a:r>
              <a:rPr lang="en-US" altLang="en-US"/>
              <a:t>The execution of a procedure leads to another execution of the procedure.</a:t>
            </a:r>
          </a:p>
          <a:p>
            <a:pPr eaLnBrk="1" hangingPunct="1"/>
            <a:r>
              <a:rPr lang="en-US" altLang="en-US"/>
              <a:t>Multiple activations of the procedure are formed, all but one of which are waiting for other activations to complete.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A1EF022F-80C0-02CA-AF6C-CEA58C18CFCE}"/>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A8379144-B800-1843-A18F-30328905A5B6}" type="slidenum">
              <a:rPr lang="en-US" altLang="en-US" sz="1000">
                <a:latin typeface="Arial" panose="020B0604020202020204" pitchFamily="34" charset="0"/>
              </a:rPr>
              <a:pPr/>
              <a:t>28</a:t>
            </a:fld>
            <a:endParaRPr lang="en-US" altLang="en-US" sz="1000">
              <a:latin typeface="Arial" panose="020B0604020202020204" pitchFamily="34" charset="0"/>
            </a:endParaRPr>
          </a:p>
        </p:txBody>
      </p:sp>
      <p:sp>
        <p:nvSpPr>
          <p:cNvPr id="30723" name="Rectangle 2">
            <a:extLst>
              <a:ext uri="{FF2B5EF4-FFF2-40B4-BE49-F238E27FC236}">
                <a16:creationId xmlns:a16="http://schemas.microsoft.com/office/drawing/2014/main" id="{0D544FA7-63D5-1B30-1A62-5F258490E312}"/>
              </a:ext>
            </a:extLst>
          </p:cNvPr>
          <p:cNvSpPr>
            <a:spLocks noGrp="1" noChangeArrowheads="1"/>
          </p:cNvSpPr>
          <p:nvPr>
            <p:ph type="title"/>
          </p:nvPr>
        </p:nvSpPr>
        <p:spPr>
          <a:xfrm>
            <a:off x="457200" y="152400"/>
            <a:ext cx="8305800" cy="1143000"/>
          </a:xfrm>
        </p:spPr>
        <p:txBody>
          <a:bodyPr/>
          <a:lstStyle/>
          <a:p>
            <a:pPr eaLnBrk="1" hangingPunct="1"/>
            <a:r>
              <a:rPr lang="en-US" altLang="en-US" sz="3200" b="0"/>
              <a:t>Figure 5.12</a:t>
            </a:r>
            <a:r>
              <a:rPr lang="en-US" altLang="en-US" sz="3200"/>
              <a:t>  Applying our strategy to search a list for the entry John</a:t>
            </a:r>
            <a:endParaRPr lang="en-US" altLang="en-US"/>
          </a:p>
        </p:txBody>
      </p:sp>
      <p:pic>
        <p:nvPicPr>
          <p:cNvPr id="30724" name="Picture 6" descr="fig_05_12">
            <a:extLst>
              <a:ext uri="{FF2B5EF4-FFF2-40B4-BE49-F238E27FC236}">
                <a16:creationId xmlns:a16="http://schemas.microsoft.com/office/drawing/2014/main" id="{552668CB-C878-46DA-A069-E8B5CA43E699}"/>
              </a:ext>
            </a:extLst>
          </p:cNvPr>
          <p:cNvPicPr preferRelativeResize="0">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1828800" y="1524000"/>
            <a:ext cx="5410200" cy="483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9E32EB69-F121-D254-D495-8082867B34BF}"/>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6F949C9E-D553-C34A-85AF-842CEE38E2CF}" type="slidenum">
              <a:rPr lang="en-US" altLang="en-US" sz="1000">
                <a:latin typeface="Arial" panose="020B0604020202020204" pitchFamily="34" charset="0"/>
              </a:rPr>
              <a:pPr/>
              <a:t>29</a:t>
            </a:fld>
            <a:endParaRPr lang="en-US" altLang="en-US" sz="1000">
              <a:latin typeface="Arial" panose="020B0604020202020204" pitchFamily="34" charset="0"/>
            </a:endParaRPr>
          </a:p>
        </p:txBody>
      </p:sp>
      <p:sp>
        <p:nvSpPr>
          <p:cNvPr id="31747" name="Rectangle 2">
            <a:extLst>
              <a:ext uri="{FF2B5EF4-FFF2-40B4-BE49-F238E27FC236}">
                <a16:creationId xmlns:a16="http://schemas.microsoft.com/office/drawing/2014/main" id="{3D01502F-819C-F4E9-C319-CCB6050783D9}"/>
              </a:ext>
            </a:extLst>
          </p:cNvPr>
          <p:cNvSpPr>
            <a:spLocks noGrp="1" noChangeArrowheads="1"/>
          </p:cNvSpPr>
          <p:nvPr>
            <p:ph type="title"/>
          </p:nvPr>
        </p:nvSpPr>
        <p:spPr>
          <a:xfrm>
            <a:off x="457200" y="152400"/>
            <a:ext cx="8305800" cy="1143000"/>
          </a:xfrm>
        </p:spPr>
        <p:txBody>
          <a:bodyPr/>
          <a:lstStyle/>
          <a:p>
            <a:pPr eaLnBrk="1" hangingPunct="1"/>
            <a:r>
              <a:rPr lang="en-US" altLang="en-US" b="0"/>
              <a:t>Figure 5.13</a:t>
            </a:r>
            <a:r>
              <a:rPr lang="en-US" altLang="en-US"/>
              <a:t>  A first draft of the binary search technique</a:t>
            </a:r>
          </a:p>
        </p:txBody>
      </p:sp>
      <p:sp>
        <p:nvSpPr>
          <p:cNvPr id="31748" name="Rectangle 5">
            <a:extLst>
              <a:ext uri="{FF2B5EF4-FFF2-40B4-BE49-F238E27FC236}">
                <a16:creationId xmlns:a16="http://schemas.microsoft.com/office/drawing/2014/main" id="{A647DCD4-DFDB-1952-9C6A-3177846293E6}"/>
              </a:ext>
            </a:extLst>
          </p:cNvPr>
          <p:cNvSpPr>
            <a:spLocks noChangeArrowheads="1"/>
          </p:cNvSpPr>
          <p:nvPr/>
        </p:nvSpPr>
        <p:spPr bwMode="auto">
          <a:xfrm>
            <a:off x="533400" y="1828800"/>
            <a:ext cx="8534400" cy="378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2000">
                <a:solidFill>
                  <a:srgbClr val="0000FF"/>
                </a:solidFill>
                <a:latin typeface="Consolas" panose="020B0609020204030204" pitchFamily="49" charset="0"/>
                <a:cs typeface="Consolas" panose="020B0609020204030204" pitchFamily="49" charset="0"/>
              </a:rPr>
              <a:t>if</a:t>
            </a:r>
            <a:r>
              <a:rPr lang="en-US" altLang="en-US" sz="2000">
                <a:solidFill>
                  <a:srgbClr val="008000"/>
                </a:solidFill>
                <a:latin typeface="Consolas" panose="020B0609020204030204" pitchFamily="49" charset="0"/>
                <a:cs typeface="Consolas" panose="020B0609020204030204" pitchFamily="49" charset="0"/>
              </a:rPr>
              <a:t> (List is empty):</a:t>
            </a:r>
            <a:endParaRPr lang="en-US" altLang="en-US" sz="2000">
              <a:solidFill>
                <a:srgbClr val="0000FF"/>
              </a:solidFill>
              <a:latin typeface="Consolas" panose="020B0609020204030204" pitchFamily="49" charset="0"/>
              <a:cs typeface="Consolas" panose="020B0609020204030204" pitchFamily="49" charset="0"/>
            </a:endParaRPr>
          </a:p>
          <a:p>
            <a:r>
              <a:rPr lang="en-US" altLang="en-US" sz="2000">
                <a:solidFill>
                  <a:srgbClr val="008000"/>
                </a:solidFill>
                <a:latin typeface="Consolas" panose="020B0609020204030204" pitchFamily="49" charset="0"/>
                <a:cs typeface="Consolas" panose="020B0609020204030204" pitchFamily="49" charset="0"/>
              </a:rPr>
              <a:t>    Report that the search failed</a:t>
            </a:r>
          </a:p>
          <a:p>
            <a:r>
              <a:rPr lang="en-US" altLang="en-US" sz="2000">
                <a:solidFill>
                  <a:srgbClr val="0000FF"/>
                </a:solidFill>
                <a:latin typeface="Consolas" panose="020B0609020204030204" pitchFamily="49" charset="0"/>
                <a:cs typeface="Consolas" panose="020B0609020204030204" pitchFamily="49" charset="0"/>
              </a:rPr>
              <a:t>else:</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800000"/>
                </a:solidFill>
                <a:latin typeface="Consolas" panose="020B0609020204030204" pitchFamily="49" charset="0"/>
                <a:cs typeface="Consolas" panose="020B0609020204030204" pitchFamily="49" charset="0"/>
              </a:rPr>
              <a:t>TestEntry</a:t>
            </a:r>
            <a:r>
              <a:rPr lang="en-US" altLang="en-US" sz="2000">
                <a:solidFill>
                  <a:srgbClr val="008000"/>
                </a:solidFill>
                <a:latin typeface="Consolas" panose="020B0609020204030204" pitchFamily="49" charset="0"/>
                <a:cs typeface="Consolas" panose="020B0609020204030204" pitchFamily="49" charset="0"/>
              </a:rPr>
              <a:t> = middle entry in the List</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0000FF"/>
                </a:solidFill>
                <a:latin typeface="Consolas" panose="020B0609020204030204" pitchFamily="49" charset="0"/>
                <a:cs typeface="Consolas" panose="020B0609020204030204" pitchFamily="49" charset="0"/>
              </a:rPr>
              <a:t>if</a:t>
            </a:r>
            <a:r>
              <a:rPr lang="en-US" altLang="en-US" sz="2000">
                <a:solidFill>
                  <a:srgbClr val="008000"/>
                </a:solidFill>
                <a:latin typeface="Consolas" panose="020B0609020204030204" pitchFamily="49" charset="0"/>
                <a:cs typeface="Consolas" panose="020B0609020204030204" pitchFamily="49" charset="0"/>
              </a:rPr>
              <a:t> (TargetValue == TestEntry)</a:t>
            </a:r>
            <a:r>
              <a:rPr lang="en-US" altLang="en-US" sz="2000">
                <a:solidFill>
                  <a:srgbClr val="0000FF"/>
                </a:solidFill>
                <a:latin typeface="Consolas" panose="020B0609020204030204" pitchFamily="49" charset="0"/>
                <a:cs typeface="Consolas" panose="020B0609020204030204" pitchFamily="49" charset="0"/>
              </a:rPr>
              <a:t>:</a:t>
            </a:r>
          </a:p>
          <a:p>
            <a:r>
              <a:rPr lang="en-US" altLang="en-US" sz="2000">
                <a:solidFill>
                  <a:srgbClr val="008000"/>
                </a:solidFill>
                <a:latin typeface="Consolas" panose="020B0609020204030204" pitchFamily="49" charset="0"/>
                <a:cs typeface="Consolas" panose="020B0609020204030204" pitchFamily="49" charset="0"/>
              </a:rPr>
              <a:t>        Report that the search succeeded</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0000FF"/>
                </a:solidFill>
                <a:latin typeface="Consolas" panose="020B0609020204030204" pitchFamily="49" charset="0"/>
                <a:cs typeface="Consolas" panose="020B0609020204030204" pitchFamily="49" charset="0"/>
              </a:rPr>
              <a:t>if</a:t>
            </a:r>
            <a:r>
              <a:rPr lang="en-US" altLang="en-US" sz="2000">
                <a:solidFill>
                  <a:srgbClr val="008000"/>
                </a:solidFill>
                <a:latin typeface="Consolas" panose="020B0609020204030204" pitchFamily="49" charset="0"/>
                <a:cs typeface="Consolas" panose="020B0609020204030204" pitchFamily="49" charset="0"/>
              </a:rPr>
              <a:t> (TargetValue &lt; TestEntry)</a:t>
            </a:r>
            <a:r>
              <a:rPr lang="en-US" altLang="en-US" sz="2000">
                <a:solidFill>
                  <a:srgbClr val="0000FF"/>
                </a:solidFill>
                <a:latin typeface="Consolas" panose="020B0609020204030204" pitchFamily="49" charset="0"/>
                <a:cs typeface="Consolas" panose="020B0609020204030204" pitchFamily="49" charset="0"/>
              </a:rPr>
              <a:t>:</a:t>
            </a:r>
          </a:p>
          <a:p>
            <a:r>
              <a:rPr lang="en-US" altLang="en-US" sz="2000">
                <a:solidFill>
                  <a:srgbClr val="008000"/>
                </a:solidFill>
                <a:latin typeface="Consolas" panose="020B0609020204030204" pitchFamily="49" charset="0"/>
                <a:cs typeface="Consolas" panose="020B0609020204030204" pitchFamily="49" charset="0"/>
              </a:rPr>
              <a:t>        Search the portion of List preceding TestEntry for  </a:t>
            </a:r>
          </a:p>
          <a:p>
            <a:r>
              <a:rPr lang="en-US" altLang="en-US" sz="2000">
                <a:solidFill>
                  <a:srgbClr val="008000"/>
                </a:solidFill>
                <a:latin typeface="Consolas" panose="020B0609020204030204" pitchFamily="49" charset="0"/>
                <a:cs typeface="Consolas" panose="020B0609020204030204" pitchFamily="49" charset="0"/>
              </a:rPr>
              <a:t>        TargetValue, and report the result of that search</a:t>
            </a:r>
          </a:p>
          <a:p>
            <a:r>
              <a:rPr lang="en-US" altLang="en-US" sz="2000">
                <a:solidFill>
                  <a:srgbClr val="008000"/>
                </a:solidFill>
                <a:latin typeface="Consolas" panose="020B0609020204030204" pitchFamily="49" charset="0"/>
                <a:cs typeface="Consolas" panose="020B0609020204030204" pitchFamily="49" charset="0"/>
              </a:rPr>
              <a:t>    </a:t>
            </a:r>
            <a:r>
              <a:rPr lang="en-US" altLang="en-US" sz="2000">
                <a:solidFill>
                  <a:srgbClr val="0000FF"/>
                </a:solidFill>
                <a:latin typeface="Consolas" panose="020B0609020204030204" pitchFamily="49" charset="0"/>
                <a:cs typeface="Consolas" panose="020B0609020204030204" pitchFamily="49" charset="0"/>
              </a:rPr>
              <a:t>if</a:t>
            </a:r>
            <a:r>
              <a:rPr lang="en-US" altLang="en-US" sz="2000">
                <a:solidFill>
                  <a:srgbClr val="008000"/>
                </a:solidFill>
                <a:latin typeface="Consolas" panose="020B0609020204030204" pitchFamily="49" charset="0"/>
                <a:cs typeface="Consolas" panose="020B0609020204030204" pitchFamily="49" charset="0"/>
              </a:rPr>
              <a:t> (TargetValue &gt; TestEntry)</a:t>
            </a:r>
            <a:r>
              <a:rPr lang="en-US" altLang="en-US" sz="2000">
                <a:solidFill>
                  <a:srgbClr val="0000FF"/>
                </a:solidFill>
                <a:latin typeface="Consolas" panose="020B0609020204030204" pitchFamily="49" charset="0"/>
                <a:cs typeface="Consolas" panose="020B0609020204030204" pitchFamily="49" charset="0"/>
              </a:rPr>
              <a:t>:</a:t>
            </a:r>
          </a:p>
          <a:p>
            <a:r>
              <a:rPr lang="en-US" altLang="en-US" sz="2000">
                <a:solidFill>
                  <a:srgbClr val="008000"/>
                </a:solidFill>
                <a:latin typeface="Consolas" panose="020B0609020204030204" pitchFamily="49" charset="0"/>
                <a:cs typeface="Consolas" panose="020B0609020204030204" pitchFamily="49" charset="0"/>
              </a:rPr>
              <a:t>        Search the portion of List following TestEntry for</a:t>
            </a:r>
          </a:p>
          <a:p>
            <a:r>
              <a:rPr lang="en-US" altLang="en-US" sz="2000">
                <a:solidFill>
                  <a:srgbClr val="008000"/>
                </a:solidFill>
                <a:latin typeface="Consolas" panose="020B0609020204030204" pitchFamily="49" charset="0"/>
                <a:cs typeface="Consolas" panose="020B0609020204030204" pitchFamily="49" charset="0"/>
              </a:rPr>
              <a:t>        TargetValue, and report the result of that search</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CD7EFC-FF9A-3B6E-8D4D-6B97EFB294F5}"/>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CBC1EE09-6AA0-D644-8FBF-AEDA39752726}" type="slidenum">
              <a:rPr lang="en-US" altLang="en-US" sz="1000">
                <a:latin typeface="Arial" panose="020B0604020202020204" pitchFamily="34" charset="0"/>
              </a:rPr>
              <a:pPr/>
              <a:t>30</a:t>
            </a:fld>
            <a:endParaRPr lang="en-US" altLang="en-US" sz="1000">
              <a:latin typeface="Arial" panose="020B0604020202020204" pitchFamily="34" charset="0"/>
            </a:endParaRPr>
          </a:p>
        </p:txBody>
      </p:sp>
      <p:sp>
        <p:nvSpPr>
          <p:cNvPr id="32771" name="Rectangle 2">
            <a:extLst>
              <a:ext uri="{FF2B5EF4-FFF2-40B4-BE49-F238E27FC236}">
                <a16:creationId xmlns:a16="http://schemas.microsoft.com/office/drawing/2014/main" id="{1A552235-13EA-D39B-AA5B-7C6E85ED0AC5}"/>
              </a:ext>
            </a:extLst>
          </p:cNvPr>
          <p:cNvSpPr>
            <a:spLocks noGrp="1" noChangeArrowheads="1"/>
          </p:cNvSpPr>
          <p:nvPr>
            <p:ph type="title"/>
          </p:nvPr>
        </p:nvSpPr>
        <p:spPr>
          <a:xfrm>
            <a:off x="457200" y="152400"/>
            <a:ext cx="8305800" cy="1143000"/>
          </a:xfrm>
        </p:spPr>
        <p:txBody>
          <a:bodyPr/>
          <a:lstStyle/>
          <a:p>
            <a:pPr eaLnBrk="1" hangingPunct="1"/>
            <a:r>
              <a:rPr lang="en-US" altLang="en-US" b="0" dirty="0"/>
              <a:t>Figure 5.14</a:t>
            </a:r>
            <a:r>
              <a:rPr lang="en-US" altLang="en-US" dirty="0"/>
              <a:t>  The binary search algorithm in pseudocode</a:t>
            </a:r>
          </a:p>
        </p:txBody>
      </p:sp>
      <p:sp>
        <p:nvSpPr>
          <p:cNvPr id="32772" name="Rectangle 5">
            <a:extLst>
              <a:ext uri="{FF2B5EF4-FFF2-40B4-BE49-F238E27FC236}">
                <a16:creationId xmlns:a16="http://schemas.microsoft.com/office/drawing/2014/main" id="{FE338C3F-1868-86A1-8481-1A6B357F6B2E}"/>
              </a:ext>
            </a:extLst>
          </p:cNvPr>
          <p:cNvSpPr>
            <a:spLocks noChangeArrowheads="1"/>
          </p:cNvSpPr>
          <p:nvPr/>
        </p:nvSpPr>
        <p:spPr bwMode="auto">
          <a:xfrm>
            <a:off x="584200" y="1474788"/>
            <a:ext cx="8407400" cy="409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2000" dirty="0">
                <a:solidFill>
                  <a:srgbClr val="0000FF"/>
                </a:solidFill>
                <a:latin typeface="Consolas" panose="020B0609020204030204" pitchFamily="49" charset="0"/>
                <a:cs typeface="Consolas" panose="020B0609020204030204" pitchFamily="49" charset="0"/>
              </a:rPr>
              <a:t>def </a:t>
            </a:r>
            <a:r>
              <a:rPr lang="en-US" altLang="en-US" sz="2000" dirty="0">
                <a:solidFill>
                  <a:srgbClr val="800000"/>
                </a:solidFill>
                <a:latin typeface="Consolas" panose="020B0609020204030204" pitchFamily="49" charset="0"/>
                <a:cs typeface="Consolas" panose="020B0609020204030204" pitchFamily="49" charset="0"/>
              </a:rPr>
              <a:t>Search</a:t>
            </a:r>
            <a:r>
              <a:rPr lang="en-US" altLang="en-US" sz="2000" dirty="0">
                <a:solidFill>
                  <a:srgbClr val="008000"/>
                </a:solidFill>
                <a:latin typeface="Consolas" panose="020B0609020204030204" pitchFamily="49" charset="0"/>
                <a:cs typeface="Consolas" panose="020B0609020204030204" pitchFamily="49" charset="0"/>
              </a:rPr>
              <a:t>(List, </a:t>
            </a:r>
            <a:r>
              <a:rPr lang="en-US" altLang="en-US" sz="2000" dirty="0" err="1">
                <a:solidFill>
                  <a:srgbClr val="008000"/>
                </a:solidFill>
                <a:latin typeface="Consolas" panose="020B0609020204030204" pitchFamily="49" charset="0"/>
                <a:cs typeface="Consolas" panose="020B0609020204030204" pitchFamily="49" charset="0"/>
              </a:rPr>
              <a:t>TargetValue</a:t>
            </a:r>
            <a:r>
              <a:rPr lang="en-US" altLang="en-US" sz="2000" dirty="0">
                <a:solidFill>
                  <a:srgbClr val="008000"/>
                </a:solidFill>
                <a:latin typeface="Consolas" panose="020B0609020204030204" pitchFamily="49" charset="0"/>
                <a:cs typeface="Consolas" panose="020B0609020204030204" pitchFamily="49" charset="0"/>
              </a:rPr>
              <a:t>)</a:t>
            </a:r>
            <a:r>
              <a:rPr lang="en-US" altLang="en-US" sz="2000" dirty="0">
                <a:solidFill>
                  <a:srgbClr val="0000FF"/>
                </a:solidFill>
                <a:latin typeface="Consolas" panose="020B0609020204030204" pitchFamily="49" charset="0"/>
                <a:cs typeface="Consolas" panose="020B0609020204030204" pitchFamily="49" charset="0"/>
              </a:rPr>
              <a:t>:</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a:solidFill>
                  <a:srgbClr val="0000FF"/>
                </a:solidFill>
                <a:latin typeface="Consolas" panose="020B0609020204030204" pitchFamily="49" charset="0"/>
                <a:cs typeface="Consolas" panose="020B0609020204030204" pitchFamily="49" charset="0"/>
              </a:rPr>
              <a:t>if</a:t>
            </a:r>
            <a:r>
              <a:rPr lang="en-US" altLang="en-US" sz="2000" dirty="0">
                <a:solidFill>
                  <a:srgbClr val="008000"/>
                </a:solidFill>
                <a:latin typeface="Consolas" panose="020B0609020204030204" pitchFamily="49" charset="0"/>
                <a:cs typeface="Consolas" panose="020B0609020204030204" pitchFamily="49" charset="0"/>
              </a:rPr>
              <a:t> (List is empty)</a:t>
            </a:r>
            <a:r>
              <a:rPr lang="en-US" altLang="en-US" sz="2000" dirty="0">
                <a:solidFill>
                  <a:srgbClr val="0000FF"/>
                </a:solidFill>
                <a:latin typeface="Consolas" panose="020B0609020204030204" pitchFamily="49" charset="0"/>
                <a:cs typeface="Consolas" panose="020B0609020204030204" pitchFamily="49" charset="0"/>
              </a:rPr>
              <a:t>:</a:t>
            </a:r>
          </a:p>
          <a:p>
            <a:r>
              <a:rPr lang="en-US" altLang="en-US" sz="2000" dirty="0">
                <a:solidFill>
                  <a:srgbClr val="008000"/>
                </a:solidFill>
                <a:latin typeface="Consolas" panose="020B0609020204030204" pitchFamily="49" charset="0"/>
                <a:cs typeface="Consolas" panose="020B0609020204030204" pitchFamily="49" charset="0"/>
              </a:rPr>
              <a:t>        Report that the search failed</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a:solidFill>
                  <a:srgbClr val="0000FF"/>
                </a:solidFill>
                <a:latin typeface="Consolas" panose="020B0609020204030204" pitchFamily="49" charset="0"/>
                <a:cs typeface="Consolas" panose="020B0609020204030204" pitchFamily="49" charset="0"/>
              </a:rPr>
              <a:t>else:</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800000"/>
                </a:solidFill>
                <a:latin typeface="Consolas" panose="020B0609020204030204" pitchFamily="49" charset="0"/>
                <a:cs typeface="Consolas" panose="020B0609020204030204" pitchFamily="49" charset="0"/>
              </a:rPr>
              <a:t>TestEntry</a:t>
            </a:r>
            <a:r>
              <a:rPr lang="en-US" altLang="en-US" sz="2000" dirty="0">
                <a:solidFill>
                  <a:srgbClr val="008000"/>
                </a:solidFill>
                <a:latin typeface="Consolas" panose="020B0609020204030204" pitchFamily="49" charset="0"/>
                <a:cs typeface="Consolas" panose="020B0609020204030204" pitchFamily="49" charset="0"/>
              </a:rPr>
              <a:t> = middle entry in the List</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a:solidFill>
                  <a:srgbClr val="0000FF"/>
                </a:solidFill>
                <a:latin typeface="Consolas" panose="020B0609020204030204" pitchFamily="49" charset="0"/>
                <a:cs typeface="Consolas" panose="020B0609020204030204" pitchFamily="49" charset="0"/>
              </a:rPr>
              <a:t>if</a:t>
            </a:r>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008000"/>
                </a:solidFill>
                <a:latin typeface="Consolas" panose="020B0609020204030204" pitchFamily="49" charset="0"/>
                <a:cs typeface="Consolas" panose="020B0609020204030204" pitchFamily="49" charset="0"/>
              </a:rPr>
              <a:t>TargetValue</a:t>
            </a:r>
            <a:r>
              <a:rPr lang="en-US" altLang="en-US" sz="2000" dirty="0">
                <a:solidFill>
                  <a:srgbClr val="008000"/>
                </a:solidFill>
                <a:latin typeface="Consolas" panose="020B0609020204030204" pitchFamily="49" charset="0"/>
                <a:cs typeface="Consolas" panose="020B0609020204030204" pitchFamily="49" charset="0"/>
              </a:rPr>
              <a:t> == </a:t>
            </a:r>
            <a:r>
              <a:rPr lang="en-US" altLang="en-US" sz="2000" dirty="0" err="1">
                <a:solidFill>
                  <a:srgbClr val="008000"/>
                </a:solidFill>
                <a:latin typeface="Consolas" panose="020B0609020204030204" pitchFamily="49" charset="0"/>
                <a:cs typeface="Consolas" panose="020B0609020204030204" pitchFamily="49" charset="0"/>
              </a:rPr>
              <a:t>TestEntry</a:t>
            </a:r>
            <a:r>
              <a:rPr lang="en-US" altLang="en-US" sz="2000" dirty="0">
                <a:solidFill>
                  <a:srgbClr val="008000"/>
                </a:solidFill>
                <a:latin typeface="Consolas" panose="020B0609020204030204" pitchFamily="49" charset="0"/>
                <a:cs typeface="Consolas" panose="020B0609020204030204" pitchFamily="49" charset="0"/>
              </a:rPr>
              <a:t>)</a:t>
            </a:r>
            <a:r>
              <a:rPr lang="en-US" altLang="en-US" sz="2000" dirty="0">
                <a:solidFill>
                  <a:srgbClr val="0000FF"/>
                </a:solidFill>
                <a:latin typeface="Consolas" panose="020B0609020204030204" pitchFamily="49" charset="0"/>
                <a:cs typeface="Consolas" panose="020B0609020204030204" pitchFamily="49" charset="0"/>
              </a:rPr>
              <a:t>:</a:t>
            </a:r>
          </a:p>
          <a:p>
            <a:r>
              <a:rPr lang="en-US" altLang="en-US" sz="2000" dirty="0">
                <a:solidFill>
                  <a:srgbClr val="008000"/>
                </a:solidFill>
                <a:latin typeface="Consolas" panose="020B0609020204030204" pitchFamily="49" charset="0"/>
                <a:cs typeface="Consolas" panose="020B0609020204030204" pitchFamily="49" charset="0"/>
              </a:rPr>
              <a:t>            Report that the search succeeded</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0000FF"/>
                </a:solidFill>
                <a:latin typeface="Consolas" panose="020B0609020204030204" pitchFamily="49" charset="0"/>
                <a:cs typeface="Consolas" panose="020B0609020204030204" pitchFamily="49" charset="0"/>
              </a:rPr>
              <a:t>elif</a:t>
            </a:r>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008000"/>
                </a:solidFill>
                <a:latin typeface="Consolas" panose="020B0609020204030204" pitchFamily="49" charset="0"/>
                <a:cs typeface="Consolas" panose="020B0609020204030204" pitchFamily="49" charset="0"/>
              </a:rPr>
              <a:t>TargetValue</a:t>
            </a:r>
            <a:r>
              <a:rPr lang="en-US" altLang="en-US" sz="2000" dirty="0">
                <a:solidFill>
                  <a:srgbClr val="008000"/>
                </a:solidFill>
                <a:latin typeface="Consolas" panose="020B0609020204030204" pitchFamily="49" charset="0"/>
                <a:cs typeface="Consolas" panose="020B0609020204030204" pitchFamily="49" charset="0"/>
              </a:rPr>
              <a:t> &lt; </a:t>
            </a:r>
            <a:r>
              <a:rPr lang="en-US" altLang="en-US" sz="2000" dirty="0" err="1">
                <a:solidFill>
                  <a:srgbClr val="008000"/>
                </a:solidFill>
                <a:latin typeface="Consolas" panose="020B0609020204030204" pitchFamily="49" charset="0"/>
                <a:cs typeface="Consolas" panose="020B0609020204030204" pitchFamily="49" charset="0"/>
              </a:rPr>
              <a:t>TestEntry</a:t>
            </a:r>
            <a:r>
              <a:rPr lang="en-US" altLang="en-US" sz="2000" dirty="0">
                <a:solidFill>
                  <a:srgbClr val="008000"/>
                </a:solidFill>
                <a:latin typeface="Consolas" panose="020B0609020204030204" pitchFamily="49" charset="0"/>
                <a:cs typeface="Consolas" panose="020B0609020204030204" pitchFamily="49" charset="0"/>
              </a:rPr>
              <a:t>)</a:t>
            </a:r>
            <a:r>
              <a:rPr lang="en-US" altLang="en-US" sz="2000" dirty="0">
                <a:solidFill>
                  <a:srgbClr val="0000FF"/>
                </a:solidFill>
                <a:latin typeface="Consolas" panose="020B0609020204030204" pitchFamily="49" charset="0"/>
                <a:cs typeface="Consolas" panose="020B0609020204030204" pitchFamily="49" charset="0"/>
              </a:rPr>
              <a:t>:</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800000"/>
                </a:solidFill>
                <a:latin typeface="Consolas" panose="020B0609020204030204" pitchFamily="49" charset="0"/>
                <a:cs typeface="Consolas" panose="020B0609020204030204" pitchFamily="49" charset="0"/>
              </a:rPr>
              <a:t>Sublist</a:t>
            </a:r>
            <a:r>
              <a:rPr lang="en-US" altLang="en-US" sz="2000" dirty="0">
                <a:solidFill>
                  <a:srgbClr val="008000"/>
                </a:solidFill>
                <a:latin typeface="Consolas" panose="020B0609020204030204" pitchFamily="49" charset="0"/>
                <a:cs typeface="Consolas" panose="020B0609020204030204" pitchFamily="49" charset="0"/>
              </a:rPr>
              <a:t> = portion of List preceding </a:t>
            </a:r>
            <a:r>
              <a:rPr lang="en-US" altLang="en-US" sz="2000" dirty="0" err="1">
                <a:solidFill>
                  <a:srgbClr val="008000"/>
                </a:solidFill>
                <a:latin typeface="Consolas" panose="020B0609020204030204" pitchFamily="49" charset="0"/>
                <a:cs typeface="Consolas" panose="020B0609020204030204" pitchFamily="49" charset="0"/>
              </a:rPr>
              <a:t>TestEntry</a:t>
            </a:r>
            <a:r>
              <a:rPr lang="en-US" altLang="en-US" sz="2000" dirty="0">
                <a:solidFill>
                  <a:srgbClr val="008000"/>
                </a:solidFill>
                <a:latin typeface="Consolas" panose="020B0609020204030204" pitchFamily="49" charset="0"/>
                <a:cs typeface="Consolas" panose="020B0609020204030204" pitchFamily="49" charset="0"/>
              </a:rPr>
              <a:t> </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a:solidFill>
                  <a:srgbClr val="800000"/>
                </a:solidFill>
                <a:latin typeface="Consolas" panose="020B0609020204030204" pitchFamily="49" charset="0"/>
                <a:cs typeface="Consolas" panose="020B0609020204030204" pitchFamily="49" charset="0"/>
              </a:rPr>
              <a:t>Search</a:t>
            </a:r>
            <a:r>
              <a:rPr lang="en-US" altLang="en-US" sz="2000" dirty="0">
                <a:solidFill>
                  <a:srgbClr val="008000"/>
                </a:solidFill>
                <a:latin typeface="Consolas" panose="020B0609020204030204" pitchFamily="49" charset="0"/>
                <a:cs typeface="Consolas" panose="020B0609020204030204" pitchFamily="49" charset="0"/>
              </a:rPr>
              <a:t>(</a:t>
            </a:r>
            <a:r>
              <a:rPr lang="en-US" altLang="en-US" sz="2000" dirty="0" err="1">
                <a:solidFill>
                  <a:srgbClr val="008000"/>
                </a:solidFill>
                <a:latin typeface="Consolas" panose="020B0609020204030204" pitchFamily="49" charset="0"/>
                <a:cs typeface="Consolas" panose="020B0609020204030204" pitchFamily="49" charset="0"/>
              </a:rPr>
              <a:t>Sublist</a:t>
            </a:r>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008000"/>
                </a:solidFill>
                <a:latin typeface="Consolas" panose="020B0609020204030204" pitchFamily="49" charset="0"/>
                <a:cs typeface="Consolas" panose="020B0609020204030204" pitchFamily="49" charset="0"/>
              </a:rPr>
              <a:t>TargetValue</a:t>
            </a:r>
            <a:r>
              <a:rPr lang="en-US" altLang="en-US" sz="2000" dirty="0">
                <a:solidFill>
                  <a:srgbClr val="008000"/>
                </a:solidFill>
                <a:latin typeface="Consolas" panose="020B0609020204030204" pitchFamily="49" charset="0"/>
                <a:cs typeface="Consolas" panose="020B0609020204030204" pitchFamily="49" charset="0"/>
              </a:rPr>
              <a:t>)</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a:solidFill>
                  <a:srgbClr val="0000FF"/>
                </a:solidFill>
                <a:latin typeface="Consolas" panose="020B0609020204030204" pitchFamily="49" charset="0"/>
                <a:cs typeface="Consolas" panose="020B0609020204030204" pitchFamily="49" charset="0"/>
              </a:rPr>
              <a:t>else</a:t>
            </a:r>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008000"/>
                </a:solidFill>
                <a:latin typeface="Consolas" panose="020B0609020204030204" pitchFamily="49" charset="0"/>
                <a:cs typeface="Consolas" panose="020B0609020204030204" pitchFamily="49" charset="0"/>
              </a:rPr>
              <a:t>TargetValue</a:t>
            </a:r>
            <a:r>
              <a:rPr lang="en-US" altLang="en-US" sz="2000" dirty="0">
                <a:solidFill>
                  <a:srgbClr val="008000"/>
                </a:solidFill>
                <a:latin typeface="Consolas" panose="020B0609020204030204" pitchFamily="49" charset="0"/>
                <a:cs typeface="Consolas" panose="020B0609020204030204" pitchFamily="49" charset="0"/>
              </a:rPr>
              <a:t> &gt; </a:t>
            </a:r>
            <a:r>
              <a:rPr lang="en-US" altLang="en-US" sz="2000" dirty="0" err="1">
                <a:solidFill>
                  <a:srgbClr val="008000"/>
                </a:solidFill>
                <a:latin typeface="Consolas" panose="020B0609020204030204" pitchFamily="49" charset="0"/>
                <a:cs typeface="Consolas" panose="020B0609020204030204" pitchFamily="49" charset="0"/>
              </a:rPr>
              <a:t>TestEntry</a:t>
            </a:r>
            <a:r>
              <a:rPr lang="en-US" altLang="en-US" sz="2000" dirty="0">
                <a:solidFill>
                  <a:srgbClr val="008000"/>
                </a:solidFill>
                <a:latin typeface="Consolas" panose="020B0609020204030204" pitchFamily="49" charset="0"/>
                <a:cs typeface="Consolas" panose="020B0609020204030204" pitchFamily="49" charset="0"/>
              </a:rPr>
              <a:t>)</a:t>
            </a:r>
            <a:r>
              <a:rPr lang="en-US" altLang="en-US" sz="2000" dirty="0">
                <a:solidFill>
                  <a:srgbClr val="0000FF"/>
                </a:solidFill>
                <a:latin typeface="Consolas" panose="020B0609020204030204" pitchFamily="49" charset="0"/>
                <a:cs typeface="Consolas" panose="020B0609020204030204" pitchFamily="49" charset="0"/>
              </a:rPr>
              <a:t>:</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800000"/>
                </a:solidFill>
                <a:latin typeface="Consolas" panose="020B0609020204030204" pitchFamily="49" charset="0"/>
                <a:cs typeface="Consolas" panose="020B0609020204030204" pitchFamily="49" charset="0"/>
              </a:rPr>
              <a:t>Sublist</a:t>
            </a:r>
            <a:r>
              <a:rPr lang="en-US" altLang="en-US" sz="2000" dirty="0">
                <a:solidFill>
                  <a:srgbClr val="008000"/>
                </a:solidFill>
                <a:latin typeface="Consolas" panose="020B0609020204030204" pitchFamily="49" charset="0"/>
                <a:cs typeface="Consolas" panose="020B0609020204030204" pitchFamily="49" charset="0"/>
              </a:rPr>
              <a:t> = portion of List following </a:t>
            </a:r>
            <a:r>
              <a:rPr lang="en-US" altLang="en-US" sz="2000" dirty="0" err="1">
                <a:solidFill>
                  <a:srgbClr val="008000"/>
                </a:solidFill>
                <a:latin typeface="Consolas" panose="020B0609020204030204" pitchFamily="49" charset="0"/>
                <a:cs typeface="Consolas" panose="020B0609020204030204" pitchFamily="49" charset="0"/>
              </a:rPr>
              <a:t>TestEntry</a:t>
            </a:r>
            <a:r>
              <a:rPr lang="en-US" altLang="en-US" sz="2000" dirty="0">
                <a:solidFill>
                  <a:srgbClr val="008000"/>
                </a:solidFill>
                <a:latin typeface="Consolas" panose="020B0609020204030204" pitchFamily="49" charset="0"/>
                <a:cs typeface="Consolas" panose="020B0609020204030204" pitchFamily="49" charset="0"/>
              </a:rPr>
              <a:t> </a:t>
            </a:r>
          </a:p>
          <a:p>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a:solidFill>
                  <a:srgbClr val="800000"/>
                </a:solidFill>
                <a:latin typeface="Consolas" panose="020B0609020204030204" pitchFamily="49" charset="0"/>
                <a:cs typeface="Consolas" panose="020B0609020204030204" pitchFamily="49" charset="0"/>
              </a:rPr>
              <a:t>Search</a:t>
            </a:r>
            <a:r>
              <a:rPr lang="en-US" altLang="en-US" sz="2000" dirty="0">
                <a:solidFill>
                  <a:srgbClr val="008000"/>
                </a:solidFill>
                <a:latin typeface="Consolas" panose="020B0609020204030204" pitchFamily="49" charset="0"/>
                <a:cs typeface="Consolas" panose="020B0609020204030204" pitchFamily="49" charset="0"/>
              </a:rPr>
              <a:t>(</a:t>
            </a:r>
            <a:r>
              <a:rPr lang="en-US" altLang="en-US" sz="2000" dirty="0" err="1">
                <a:solidFill>
                  <a:srgbClr val="008000"/>
                </a:solidFill>
                <a:latin typeface="Consolas" panose="020B0609020204030204" pitchFamily="49" charset="0"/>
                <a:cs typeface="Consolas" panose="020B0609020204030204" pitchFamily="49" charset="0"/>
              </a:rPr>
              <a:t>Sublist</a:t>
            </a:r>
            <a:r>
              <a:rPr lang="en-US" altLang="en-US" sz="2000" dirty="0">
                <a:solidFill>
                  <a:srgbClr val="008000"/>
                </a:solidFill>
                <a:latin typeface="Consolas" panose="020B0609020204030204" pitchFamily="49" charset="0"/>
                <a:cs typeface="Consolas" panose="020B0609020204030204" pitchFamily="49" charset="0"/>
              </a:rPr>
              <a:t>, </a:t>
            </a:r>
            <a:r>
              <a:rPr lang="en-US" altLang="en-US" sz="2000" dirty="0" err="1">
                <a:solidFill>
                  <a:srgbClr val="008000"/>
                </a:solidFill>
                <a:latin typeface="Consolas" panose="020B0609020204030204" pitchFamily="49" charset="0"/>
                <a:cs typeface="Consolas" panose="020B0609020204030204" pitchFamily="49" charset="0"/>
              </a:rPr>
              <a:t>TargetValue</a:t>
            </a:r>
            <a:r>
              <a:rPr lang="en-US" altLang="en-US" sz="2000" dirty="0">
                <a:solidFill>
                  <a:srgbClr val="008000"/>
                </a:solidFill>
                <a:latin typeface="Consolas" panose="020B0609020204030204" pitchFamily="49" charset="0"/>
                <a:cs typeface="Consolas" panose="020B0609020204030204" pitchFamily="49" charset="0"/>
              </a:rPr>
              <a: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4165D23F-6CA1-2C9C-85DD-920502DECB68}"/>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B0C0FFD0-328C-BA45-BF25-46BD356D88C2}" type="slidenum">
              <a:rPr lang="en-US" altLang="en-US" sz="1000">
                <a:latin typeface="Arial" panose="020B0604020202020204" pitchFamily="34" charset="0"/>
              </a:rPr>
              <a:pPr/>
              <a:t>31</a:t>
            </a:fld>
            <a:endParaRPr lang="en-US" altLang="en-US" sz="1000">
              <a:latin typeface="Arial" panose="020B0604020202020204" pitchFamily="34" charset="0"/>
            </a:endParaRPr>
          </a:p>
        </p:txBody>
      </p:sp>
      <p:sp>
        <p:nvSpPr>
          <p:cNvPr id="33795" name="Rectangle 2">
            <a:extLst>
              <a:ext uri="{FF2B5EF4-FFF2-40B4-BE49-F238E27FC236}">
                <a16:creationId xmlns:a16="http://schemas.microsoft.com/office/drawing/2014/main" id="{D9206742-97E8-3979-5E2F-2EE1678AA6CC}"/>
              </a:ext>
            </a:extLst>
          </p:cNvPr>
          <p:cNvSpPr>
            <a:spLocks noGrp="1" noChangeArrowheads="1"/>
          </p:cNvSpPr>
          <p:nvPr>
            <p:ph type="title"/>
          </p:nvPr>
        </p:nvSpPr>
        <p:spPr/>
        <p:txBody>
          <a:bodyPr/>
          <a:lstStyle/>
          <a:p>
            <a:pPr eaLnBrk="1" hangingPunct="1"/>
            <a:r>
              <a:rPr lang="en-US" altLang="en-US" b="0"/>
              <a:t>Figure 5.15</a:t>
            </a:r>
            <a:r>
              <a:rPr lang="en-US" altLang="en-US"/>
              <a:t>  </a:t>
            </a:r>
          </a:p>
        </p:txBody>
      </p:sp>
      <p:pic>
        <p:nvPicPr>
          <p:cNvPr id="33796" name="Picture 5">
            <a:extLst>
              <a:ext uri="{FF2B5EF4-FFF2-40B4-BE49-F238E27FC236}">
                <a16:creationId xmlns:a16="http://schemas.microsoft.com/office/drawing/2014/main" id="{24456823-DFB7-BD60-3C19-4B2DA9FD63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71600"/>
            <a:ext cx="6086475" cy="488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2C4E60E5-D2D5-9A3C-49F6-7A5393033B83}"/>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416DF740-7F0D-1143-A58F-D3FF5FD23E91}" type="slidenum">
              <a:rPr lang="en-US" altLang="en-US" sz="1000">
                <a:latin typeface="Arial" panose="020B0604020202020204" pitchFamily="34" charset="0"/>
              </a:rPr>
              <a:pPr/>
              <a:t>32</a:t>
            </a:fld>
            <a:endParaRPr lang="en-US" altLang="en-US" sz="1000">
              <a:latin typeface="Arial" panose="020B0604020202020204" pitchFamily="34" charset="0"/>
            </a:endParaRPr>
          </a:p>
        </p:txBody>
      </p:sp>
      <p:sp>
        <p:nvSpPr>
          <p:cNvPr id="34819" name="Rectangle 2">
            <a:extLst>
              <a:ext uri="{FF2B5EF4-FFF2-40B4-BE49-F238E27FC236}">
                <a16:creationId xmlns:a16="http://schemas.microsoft.com/office/drawing/2014/main" id="{42C4956D-F3AA-5AAB-DF4D-F8EC9AC30FFD}"/>
              </a:ext>
            </a:extLst>
          </p:cNvPr>
          <p:cNvSpPr>
            <a:spLocks noGrp="1" noChangeArrowheads="1"/>
          </p:cNvSpPr>
          <p:nvPr>
            <p:ph type="title"/>
          </p:nvPr>
        </p:nvSpPr>
        <p:spPr/>
        <p:txBody>
          <a:bodyPr/>
          <a:lstStyle/>
          <a:p>
            <a:pPr eaLnBrk="1" hangingPunct="1"/>
            <a:r>
              <a:rPr lang="en-US" altLang="en-US" b="0"/>
              <a:t>Figure 5.16</a:t>
            </a:r>
            <a:r>
              <a:rPr lang="en-US" altLang="en-US"/>
              <a:t>  </a:t>
            </a:r>
          </a:p>
        </p:txBody>
      </p:sp>
      <p:pic>
        <p:nvPicPr>
          <p:cNvPr id="34820" name="Picture 5">
            <a:extLst>
              <a:ext uri="{FF2B5EF4-FFF2-40B4-BE49-F238E27FC236}">
                <a16:creationId xmlns:a16="http://schemas.microsoft.com/office/drawing/2014/main" id="{744BECEF-2977-A9CD-BF89-20BEA75C5E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85875"/>
            <a:ext cx="6086475" cy="488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6112C0-2A04-90E3-799C-D0750936BC34}"/>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1AD9EB9E-9176-AB4B-AB11-F456130B0742}" type="slidenum">
              <a:rPr lang="en-US" altLang="en-US" sz="1000">
                <a:latin typeface="Arial" panose="020B0604020202020204" pitchFamily="34" charset="0"/>
              </a:rPr>
              <a:pPr/>
              <a:t>33</a:t>
            </a:fld>
            <a:endParaRPr lang="en-US" altLang="en-US" sz="1000">
              <a:latin typeface="Arial" panose="020B0604020202020204" pitchFamily="34" charset="0"/>
            </a:endParaRPr>
          </a:p>
        </p:txBody>
      </p:sp>
      <p:sp>
        <p:nvSpPr>
          <p:cNvPr id="35843" name="Rectangle 2">
            <a:extLst>
              <a:ext uri="{FF2B5EF4-FFF2-40B4-BE49-F238E27FC236}">
                <a16:creationId xmlns:a16="http://schemas.microsoft.com/office/drawing/2014/main" id="{14A0840E-DAEF-7A39-C864-E888FAAB626C}"/>
              </a:ext>
            </a:extLst>
          </p:cNvPr>
          <p:cNvSpPr>
            <a:spLocks noGrp="1" noChangeArrowheads="1"/>
          </p:cNvSpPr>
          <p:nvPr>
            <p:ph type="title"/>
          </p:nvPr>
        </p:nvSpPr>
        <p:spPr/>
        <p:txBody>
          <a:bodyPr/>
          <a:lstStyle/>
          <a:p>
            <a:pPr eaLnBrk="1" hangingPunct="1"/>
            <a:r>
              <a:rPr lang="en-US" altLang="en-US" b="0"/>
              <a:t>Figure 5.17  </a:t>
            </a:r>
            <a:endParaRPr lang="en-US" altLang="en-US"/>
          </a:p>
        </p:txBody>
      </p:sp>
      <p:pic>
        <p:nvPicPr>
          <p:cNvPr id="35844" name="Picture 5">
            <a:extLst>
              <a:ext uri="{FF2B5EF4-FFF2-40B4-BE49-F238E27FC236}">
                <a16:creationId xmlns:a16="http://schemas.microsoft.com/office/drawing/2014/main" id="{AF5F0B50-16E6-F504-6DB5-214DF9F97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80137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E39BC7-B023-A31E-D70E-3CE040E3CD42}"/>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A1F8757A-3EE5-614E-89FB-91403E2F8BED}" type="slidenum">
              <a:rPr lang="en-US" altLang="en-US" sz="1000">
                <a:latin typeface="Arial" panose="020B0604020202020204" pitchFamily="34" charset="0"/>
              </a:rPr>
              <a:pPr/>
              <a:t>34</a:t>
            </a:fld>
            <a:endParaRPr lang="en-US" altLang="en-US" sz="1000">
              <a:latin typeface="Arial" panose="020B0604020202020204" pitchFamily="34" charset="0"/>
            </a:endParaRPr>
          </a:p>
        </p:txBody>
      </p:sp>
      <p:sp>
        <p:nvSpPr>
          <p:cNvPr id="36867" name="Rectangle 2">
            <a:extLst>
              <a:ext uri="{FF2B5EF4-FFF2-40B4-BE49-F238E27FC236}">
                <a16:creationId xmlns:a16="http://schemas.microsoft.com/office/drawing/2014/main" id="{49B21773-B9BB-4463-AEC0-6E29759CB5A4}"/>
              </a:ext>
            </a:extLst>
          </p:cNvPr>
          <p:cNvSpPr>
            <a:spLocks noGrp="1" noChangeArrowheads="1"/>
          </p:cNvSpPr>
          <p:nvPr>
            <p:ph type="title"/>
          </p:nvPr>
        </p:nvSpPr>
        <p:spPr/>
        <p:txBody>
          <a:bodyPr/>
          <a:lstStyle/>
          <a:p>
            <a:pPr eaLnBrk="1" hangingPunct="1"/>
            <a:r>
              <a:rPr lang="en-US" altLang="en-US"/>
              <a:t>Algorithm Efficiency</a:t>
            </a:r>
          </a:p>
        </p:txBody>
      </p:sp>
      <p:sp>
        <p:nvSpPr>
          <p:cNvPr id="36868" name="Rectangle 3">
            <a:extLst>
              <a:ext uri="{FF2B5EF4-FFF2-40B4-BE49-F238E27FC236}">
                <a16:creationId xmlns:a16="http://schemas.microsoft.com/office/drawing/2014/main" id="{97501394-F3D1-827D-C834-326167906F32}"/>
              </a:ext>
            </a:extLst>
          </p:cNvPr>
          <p:cNvSpPr>
            <a:spLocks noGrp="1" noChangeArrowheads="1"/>
          </p:cNvSpPr>
          <p:nvPr>
            <p:ph type="body" idx="1"/>
          </p:nvPr>
        </p:nvSpPr>
        <p:spPr/>
        <p:txBody>
          <a:bodyPr/>
          <a:lstStyle/>
          <a:p>
            <a:pPr eaLnBrk="1" hangingPunct="1"/>
            <a:r>
              <a:rPr lang="en-US" altLang="en-US"/>
              <a:t>Measured as number of instructions executed</a:t>
            </a:r>
          </a:p>
          <a:p>
            <a:pPr eaLnBrk="1" hangingPunct="1"/>
            <a:r>
              <a:rPr lang="en-US" altLang="en-US">
                <a:cs typeface="Times New Roman" panose="02020603050405020304" pitchFamily="18" charset="0"/>
              </a:rPr>
              <a:t>Big theta</a:t>
            </a:r>
            <a:r>
              <a:rPr lang="en-US" altLang="en-US"/>
              <a:t> notation: Used to represent efficiency classes</a:t>
            </a:r>
          </a:p>
          <a:p>
            <a:pPr lvl="1" eaLnBrk="1" hangingPunct="1"/>
            <a:r>
              <a:rPr lang="en-US" altLang="en-US"/>
              <a:t>Example: Insertion sort is in </a:t>
            </a:r>
            <a:r>
              <a:rPr lang="el-GR" altLang="en-US">
                <a:latin typeface="Lucida Grande" panose="020B0600040502020204" pitchFamily="34" charset="0"/>
                <a:cs typeface="Times New Roman" panose="02020603050405020304" pitchFamily="18" charset="0"/>
              </a:rPr>
              <a:t>Θ</a:t>
            </a:r>
            <a:r>
              <a:rPr lang="en-US" altLang="en-US"/>
              <a:t>(n</a:t>
            </a:r>
            <a:r>
              <a:rPr lang="en-US" altLang="en-US" baseline="30000"/>
              <a:t>2</a:t>
            </a:r>
            <a:r>
              <a:rPr lang="en-US" altLang="en-US"/>
              <a:t>)</a:t>
            </a:r>
          </a:p>
          <a:p>
            <a:pPr eaLnBrk="1" hangingPunct="1"/>
            <a:r>
              <a:rPr lang="en-US" altLang="en-US"/>
              <a:t>Best, worst, and average case analysis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04932C51-CE32-0154-C439-F7CC0AD48432}"/>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92E630E8-D691-FF43-B619-58F3DE9153B8}" type="slidenum">
              <a:rPr lang="en-US" altLang="en-US" sz="1000">
                <a:latin typeface="Arial" panose="020B0604020202020204" pitchFamily="34" charset="0"/>
              </a:rPr>
              <a:pPr/>
              <a:t>35</a:t>
            </a:fld>
            <a:endParaRPr lang="en-US" altLang="en-US" sz="1000">
              <a:latin typeface="Arial" panose="020B0604020202020204" pitchFamily="34" charset="0"/>
            </a:endParaRPr>
          </a:p>
        </p:txBody>
      </p:sp>
      <p:sp>
        <p:nvSpPr>
          <p:cNvPr id="37891" name="Rectangle 2">
            <a:extLst>
              <a:ext uri="{FF2B5EF4-FFF2-40B4-BE49-F238E27FC236}">
                <a16:creationId xmlns:a16="http://schemas.microsoft.com/office/drawing/2014/main" id="{2A5788B2-81FC-B495-9AED-3614171E21D0}"/>
              </a:ext>
            </a:extLst>
          </p:cNvPr>
          <p:cNvSpPr>
            <a:spLocks noGrp="1" noChangeArrowheads="1"/>
          </p:cNvSpPr>
          <p:nvPr>
            <p:ph type="title"/>
          </p:nvPr>
        </p:nvSpPr>
        <p:spPr>
          <a:xfrm>
            <a:off x="457200" y="152400"/>
            <a:ext cx="8305800" cy="1143000"/>
          </a:xfrm>
        </p:spPr>
        <p:txBody>
          <a:bodyPr/>
          <a:lstStyle/>
          <a:p>
            <a:pPr eaLnBrk="1" hangingPunct="1"/>
            <a:r>
              <a:rPr lang="en-US" altLang="en-US" sz="3200" b="0"/>
              <a:t>Figure 5.18</a:t>
            </a:r>
            <a:r>
              <a:rPr lang="en-US" altLang="en-US" sz="3200"/>
              <a:t>  Applying the insertion sort in a worst-case situation</a:t>
            </a:r>
            <a:endParaRPr lang="en-US" altLang="en-US"/>
          </a:p>
        </p:txBody>
      </p:sp>
      <p:pic>
        <p:nvPicPr>
          <p:cNvPr id="37892" name="Picture 6" descr="fig_05_18">
            <a:extLst>
              <a:ext uri="{FF2B5EF4-FFF2-40B4-BE49-F238E27FC236}">
                <a16:creationId xmlns:a16="http://schemas.microsoft.com/office/drawing/2014/main" id="{1B53F532-DC26-BFF9-B3CD-59B48E6AF46A}"/>
              </a:ext>
            </a:extLst>
          </p:cNvPr>
          <p:cNvPicPr preferRelativeResize="0">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381000" y="2590800"/>
            <a:ext cx="8229600" cy="22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E971845A-0051-3C99-89AF-8B3D4BE5D008}"/>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D797D455-8029-5144-B256-E6CAFE4A5A0E}" type="slidenum">
              <a:rPr lang="en-US" altLang="en-US" sz="1000">
                <a:latin typeface="Arial" panose="020B0604020202020204" pitchFamily="34" charset="0"/>
              </a:rPr>
              <a:pPr/>
              <a:t>36</a:t>
            </a:fld>
            <a:endParaRPr lang="en-US" altLang="en-US" sz="1000">
              <a:latin typeface="Arial" panose="020B0604020202020204" pitchFamily="34" charset="0"/>
            </a:endParaRPr>
          </a:p>
        </p:txBody>
      </p:sp>
      <p:sp>
        <p:nvSpPr>
          <p:cNvPr id="38915" name="Rectangle 2">
            <a:extLst>
              <a:ext uri="{FF2B5EF4-FFF2-40B4-BE49-F238E27FC236}">
                <a16:creationId xmlns:a16="http://schemas.microsoft.com/office/drawing/2014/main" id="{A7678B58-1BA7-C5CE-D4C8-E03629F1C323}"/>
              </a:ext>
            </a:extLst>
          </p:cNvPr>
          <p:cNvSpPr>
            <a:spLocks noGrp="1" noChangeArrowheads="1"/>
          </p:cNvSpPr>
          <p:nvPr>
            <p:ph type="title"/>
          </p:nvPr>
        </p:nvSpPr>
        <p:spPr>
          <a:xfrm>
            <a:off x="457200" y="152400"/>
            <a:ext cx="8305800" cy="1143000"/>
          </a:xfrm>
        </p:spPr>
        <p:txBody>
          <a:bodyPr/>
          <a:lstStyle/>
          <a:p>
            <a:pPr eaLnBrk="1" hangingPunct="1"/>
            <a:r>
              <a:rPr lang="en-US" altLang="en-US" sz="3200" b="0"/>
              <a:t>Figure 5.19</a:t>
            </a:r>
            <a:r>
              <a:rPr lang="en-US" altLang="en-US" sz="3200"/>
              <a:t>  Graph of the worst-case analysis of the insertion sort algorithm</a:t>
            </a:r>
            <a:endParaRPr lang="en-US" altLang="en-US"/>
          </a:p>
        </p:txBody>
      </p:sp>
      <p:pic>
        <p:nvPicPr>
          <p:cNvPr id="38916" name="Picture 6" descr="fig_05_19">
            <a:extLst>
              <a:ext uri="{FF2B5EF4-FFF2-40B4-BE49-F238E27FC236}">
                <a16:creationId xmlns:a16="http://schemas.microsoft.com/office/drawing/2014/main" id="{764FFC0E-28BE-561E-C61A-D267B96CA064}"/>
              </a:ext>
            </a:extLst>
          </p:cNvPr>
          <p:cNvPicPr preferRelativeResize="0">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1295400" y="1676400"/>
            <a:ext cx="6400800" cy="488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8EF8A8-AF2C-DC81-9A4D-EC6317FC47F0}"/>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1A896245-2511-5248-ABC7-0315F8CAEEFD}" type="slidenum">
              <a:rPr lang="en-US" altLang="en-US" sz="1000">
                <a:latin typeface="Arial" panose="020B0604020202020204" pitchFamily="34" charset="0"/>
              </a:rPr>
              <a:pPr/>
              <a:t>37</a:t>
            </a:fld>
            <a:endParaRPr lang="en-US" altLang="en-US" sz="1000">
              <a:latin typeface="Arial" panose="020B0604020202020204" pitchFamily="34" charset="0"/>
            </a:endParaRPr>
          </a:p>
        </p:txBody>
      </p:sp>
      <p:sp>
        <p:nvSpPr>
          <p:cNvPr id="39939" name="Rectangle 2">
            <a:extLst>
              <a:ext uri="{FF2B5EF4-FFF2-40B4-BE49-F238E27FC236}">
                <a16:creationId xmlns:a16="http://schemas.microsoft.com/office/drawing/2014/main" id="{3F8C474B-0358-8904-360A-A1DC133031C3}"/>
              </a:ext>
            </a:extLst>
          </p:cNvPr>
          <p:cNvSpPr>
            <a:spLocks noGrp="1" noChangeArrowheads="1"/>
          </p:cNvSpPr>
          <p:nvPr>
            <p:ph type="title"/>
          </p:nvPr>
        </p:nvSpPr>
        <p:spPr>
          <a:xfrm>
            <a:off x="457200" y="152400"/>
            <a:ext cx="8305800" cy="1143000"/>
          </a:xfrm>
        </p:spPr>
        <p:txBody>
          <a:bodyPr/>
          <a:lstStyle/>
          <a:p>
            <a:pPr eaLnBrk="1" hangingPunct="1"/>
            <a:r>
              <a:rPr lang="en-US" altLang="en-US" sz="3200" b="0"/>
              <a:t>Figure 5.20</a:t>
            </a:r>
            <a:r>
              <a:rPr lang="en-US" altLang="en-US" sz="3200"/>
              <a:t>  Graph of the worst-case analysis of the binary search algorithm</a:t>
            </a:r>
            <a:endParaRPr lang="en-US" altLang="en-US"/>
          </a:p>
        </p:txBody>
      </p:sp>
      <p:pic>
        <p:nvPicPr>
          <p:cNvPr id="39940" name="Picture 4" descr="fig_05_20">
            <a:extLst>
              <a:ext uri="{FF2B5EF4-FFF2-40B4-BE49-F238E27FC236}">
                <a16:creationId xmlns:a16="http://schemas.microsoft.com/office/drawing/2014/main" id="{C682EDB8-759F-B6D5-23E6-60B75263E327}"/>
              </a:ext>
            </a:extLst>
          </p:cNvPr>
          <p:cNvPicPr preferRelativeResize="0">
            <a:picLocks noChangeAspect="1" noChangeArrowheads="1"/>
          </p:cNvPicPr>
          <p:nvPr>
            <p:ph idx="1"/>
          </p:nvPr>
        </p:nvPicPr>
        <p:blipFill>
          <a:blip r:embed="rId2">
            <a:grayscl/>
            <a:extLst>
              <a:ext uri="{28A0092B-C50C-407E-A947-70E740481C1C}">
                <a14:useLocalDpi xmlns:a14="http://schemas.microsoft.com/office/drawing/2010/main" val="0"/>
              </a:ext>
            </a:extLst>
          </a:blip>
          <a:srcRect/>
          <a:stretch>
            <a:fillRect/>
          </a:stretch>
        </p:blipFill>
        <p:spPr>
          <a:xfrm>
            <a:off x="838200" y="1752600"/>
            <a:ext cx="6858000" cy="4629150"/>
          </a:xfrm>
          <a:noFill/>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2BA417-6550-A6A5-9940-78CD4214A52B}"/>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7F855301-C7DC-CF44-8632-F8589E42EF4A}" type="slidenum">
              <a:rPr lang="en-US" altLang="en-US" sz="1000">
                <a:latin typeface="Arial" panose="020B0604020202020204" pitchFamily="34" charset="0"/>
              </a:rPr>
              <a:pPr/>
              <a:t>38</a:t>
            </a:fld>
            <a:endParaRPr lang="en-US" altLang="en-US" sz="1000">
              <a:latin typeface="Arial" panose="020B0604020202020204" pitchFamily="34" charset="0"/>
            </a:endParaRPr>
          </a:p>
        </p:txBody>
      </p:sp>
      <p:sp>
        <p:nvSpPr>
          <p:cNvPr id="40963" name="Rectangle 2">
            <a:extLst>
              <a:ext uri="{FF2B5EF4-FFF2-40B4-BE49-F238E27FC236}">
                <a16:creationId xmlns:a16="http://schemas.microsoft.com/office/drawing/2014/main" id="{9EB60053-638A-5A48-5BDC-7FF0F357142C}"/>
              </a:ext>
            </a:extLst>
          </p:cNvPr>
          <p:cNvSpPr>
            <a:spLocks noGrp="1" noChangeArrowheads="1"/>
          </p:cNvSpPr>
          <p:nvPr>
            <p:ph type="title"/>
          </p:nvPr>
        </p:nvSpPr>
        <p:spPr/>
        <p:txBody>
          <a:bodyPr/>
          <a:lstStyle/>
          <a:p>
            <a:pPr eaLnBrk="1" hangingPunct="1"/>
            <a:r>
              <a:rPr lang="en-US" altLang="en-US"/>
              <a:t>Software Verification</a:t>
            </a:r>
          </a:p>
        </p:txBody>
      </p:sp>
      <p:sp>
        <p:nvSpPr>
          <p:cNvPr id="40964" name="Rectangle 3">
            <a:extLst>
              <a:ext uri="{FF2B5EF4-FFF2-40B4-BE49-F238E27FC236}">
                <a16:creationId xmlns:a16="http://schemas.microsoft.com/office/drawing/2014/main" id="{3BEAF2EF-D252-46DC-4BDA-AA4F91A84232}"/>
              </a:ext>
            </a:extLst>
          </p:cNvPr>
          <p:cNvSpPr>
            <a:spLocks noGrp="1" noChangeArrowheads="1"/>
          </p:cNvSpPr>
          <p:nvPr>
            <p:ph type="body" idx="1"/>
          </p:nvPr>
        </p:nvSpPr>
        <p:spPr/>
        <p:txBody>
          <a:bodyPr/>
          <a:lstStyle/>
          <a:p>
            <a:pPr eaLnBrk="1" hangingPunct="1"/>
            <a:r>
              <a:rPr lang="en-US" altLang="en-US"/>
              <a:t>Proof of correctness</a:t>
            </a:r>
          </a:p>
          <a:p>
            <a:pPr lvl="1" eaLnBrk="1" hangingPunct="1"/>
            <a:r>
              <a:rPr lang="en-US" altLang="en-US"/>
              <a:t>Assertions</a:t>
            </a:r>
          </a:p>
          <a:p>
            <a:pPr lvl="2" eaLnBrk="1" hangingPunct="1"/>
            <a:r>
              <a:rPr lang="en-US" altLang="en-US" sz="2800"/>
              <a:t>Preconditions</a:t>
            </a:r>
          </a:p>
          <a:p>
            <a:pPr lvl="2" eaLnBrk="1" hangingPunct="1"/>
            <a:r>
              <a:rPr lang="en-US" altLang="en-US" sz="2800"/>
              <a:t>Loop invariants</a:t>
            </a:r>
          </a:p>
          <a:p>
            <a:pPr eaLnBrk="1" hangingPunct="1"/>
            <a:r>
              <a:rPr lang="en-US" altLang="en-US"/>
              <a:t>Testing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F8A1F7-F5A4-56E2-9C51-4736DE1DB4DB}"/>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721C60AA-EB0F-C24C-A6F2-932DC387F539}" type="slidenum">
              <a:rPr lang="en-US" altLang="en-US" sz="1000">
                <a:latin typeface="Arial" panose="020B0604020202020204" pitchFamily="34" charset="0"/>
              </a:rPr>
              <a:pPr/>
              <a:t>39</a:t>
            </a:fld>
            <a:endParaRPr lang="en-US" altLang="en-US" sz="1000">
              <a:latin typeface="Arial" panose="020B0604020202020204" pitchFamily="34" charset="0"/>
            </a:endParaRPr>
          </a:p>
        </p:txBody>
      </p:sp>
      <p:sp>
        <p:nvSpPr>
          <p:cNvPr id="41987" name="Rectangle 2">
            <a:extLst>
              <a:ext uri="{FF2B5EF4-FFF2-40B4-BE49-F238E27FC236}">
                <a16:creationId xmlns:a16="http://schemas.microsoft.com/office/drawing/2014/main" id="{8625CBAD-82BA-D34D-0D13-3F93EC3F2D3C}"/>
              </a:ext>
            </a:extLst>
          </p:cNvPr>
          <p:cNvSpPr>
            <a:spLocks noGrp="1" noChangeArrowheads="1"/>
          </p:cNvSpPr>
          <p:nvPr>
            <p:ph type="title"/>
          </p:nvPr>
        </p:nvSpPr>
        <p:spPr/>
        <p:txBody>
          <a:bodyPr/>
          <a:lstStyle/>
          <a:p>
            <a:pPr eaLnBrk="1" hangingPunct="1"/>
            <a:r>
              <a:rPr lang="en-US" altLang="en-US"/>
              <a:t>Chain Separating Problem</a:t>
            </a:r>
          </a:p>
        </p:txBody>
      </p:sp>
      <p:sp>
        <p:nvSpPr>
          <p:cNvPr id="41988" name="Rectangle 3">
            <a:extLst>
              <a:ext uri="{FF2B5EF4-FFF2-40B4-BE49-F238E27FC236}">
                <a16:creationId xmlns:a16="http://schemas.microsoft.com/office/drawing/2014/main" id="{B1CEC3C2-4471-A3E5-D2D8-217CFB0E37DB}"/>
              </a:ext>
            </a:extLst>
          </p:cNvPr>
          <p:cNvSpPr>
            <a:spLocks noGrp="1" noChangeArrowheads="1"/>
          </p:cNvSpPr>
          <p:nvPr>
            <p:ph type="body" idx="1"/>
          </p:nvPr>
        </p:nvSpPr>
        <p:spPr/>
        <p:txBody>
          <a:bodyPr/>
          <a:lstStyle/>
          <a:p>
            <a:pPr eaLnBrk="1" hangingPunct="1">
              <a:lnSpc>
                <a:spcPct val="90000"/>
              </a:lnSpc>
            </a:pPr>
            <a:r>
              <a:rPr lang="en-US" altLang="en-US" sz="2800"/>
              <a:t>A traveler has a gold chain of seven links.</a:t>
            </a:r>
          </a:p>
          <a:p>
            <a:pPr eaLnBrk="1" hangingPunct="1">
              <a:lnSpc>
                <a:spcPct val="90000"/>
              </a:lnSpc>
            </a:pPr>
            <a:r>
              <a:rPr lang="en-US" altLang="en-US" sz="2800"/>
              <a:t>He must stay at an isolated hotel for seven nights.</a:t>
            </a:r>
          </a:p>
          <a:p>
            <a:pPr eaLnBrk="1" hangingPunct="1">
              <a:lnSpc>
                <a:spcPct val="90000"/>
              </a:lnSpc>
            </a:pPr>
            <a:r>
              <a:rPr lang="en-US" altLang="en-US" sz="2800"/>
              <a:t>The rent each night consists of one link from the chain.</a:t>
            </a:r>
          </a:p>
          <a:p>
            <a:pPr eaLnBrk="1" hangingPunct="1">
              <a:lnSpc>
                <a:spcPct val="90000"/>
              </a:lnSpc>
            </a:pPr>
            <a:r>
              <a:rPr lang="en-US" altLang="en-US" sz="2800"/>
              <a:t>What is the fewest number of links that must be cut so that the traveler can pay the hotel one link of the chain each morning without paying for lodging in advance?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41298C-A311-960B-40A0-7AA1B878D802}"/>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799FA039-FF5C-324F-A8CE-D079BD0D59AF}" type="slidenum">
              <a:rPr lang="en-US" altLang="en-US" sz="1000">
                <a:latin typeface="Arial" panose="020B0604020202020204" pitchFamily="34" charset="0"/>
              </a:rPr>
              <a:pPr/>
              <a:t>40</a:t>
            </a:fld>
            <a:endParaRPr lang="en-US" altLang="en-US" sz="1000">
              <a:latin typeface="Arial" panose="020B0604020202020204" pitchFamily="34" charset="0"/>
            </a:endParaRPr>
          </a:p>
        </p:txBody>
      </p:sp>
      <p:sp>
        <p:nvSpPr>
          <p:cNvPr id="43011" name="Rectangle 2">
            <a:extLst>
              <a:ext uri="{FF2B5EF4-FFF2-40B4-BE49-F238E27FC236}">
                <a16:creationId xmlns:a16="http://schemas.microsoft.com/office/drawing/2014/main" id="{AD1B1831-668A-5CA5-AA99-2EC1F56C108B}"/>
              </a:ext>
            </a:extLst>
          </p:cNvPr>
          <p:cNvSpPr>
            <a:spLocks noGrp="1" noChangeArrowheads="1"/>
          </p:cNvSpPr>
          <p:nvPr>
            <p:ph type="title"/>
          </p:nvPr>
        </p:nvSpPr>
        <p:spPr>
          <a:xfrm>
            <a:off x="457200" y="152400"/>
            <a:ext cx="8305800" cy="1143000"/>
          </a:xfrm>
        </p:spPr>
        <p:txBody>
          <a:bodyPr/>
          <a:lstStyle/>
          <a:p>
            <a:pPr eaLnBrk="1" hangingPunct="1"/>
            <a:r>
              <a:rPr lang="en-US" altLang="en-US" b="0"/>
              <a:t>Figure 5.21</a:t>
            </a:r>
            <a:r>
              <a:rPr lang="en-US" altLang="en-US"/>
              <a:t>  Separating the chain using only three cuts</a:t>
            </a:r>
          </a:p>
        </p:txBody>
      </p:sp>
      <p:pic>
        <p:nvPicPr>
          <p:cNvPr id="43012" name="Picture 4" descr="fig_05_21">
            <a:extLst>
              <a:ext uri="{FF2B5EF4-FFF2-40B4-BE49-F238E27FC236}">
                <a16:creationId xmlns:a16="http://schemas.microsoft.com/office/drawing/2014/main" id="{80681D04-2502-48A3-D5EE-C3D0E39F2305}"/>
              </a:ext>
            </a:extLst>
          </p:cNvPr>
          <p:cNvPicPr preferRelativeResize="0">
            <a:picLocks noChangeAspect="1" noChangeArrowheads="1"/>
          </p:cNvPicPr>
          <p:nvPr>
            <p:ph idx="1"/>
          </p:nvPr>
        </p:nvPicPr>
        <p:blipFill>
          <a:blip r:embed="rId2">
            <a:grayscl/>
            <a:extLst>
              <a:ext uri="{28A0092B-C50C-407E-A947-70E740481C1C}">
                <a14:useLocalDpi xmlns:a14="http://schemas.microsoft.com/office/drawing/2010/main" val="0"/>
              </a:ext>
            </a:extLst>
          </a:blip>
          <a:srcRect/>
          <a:stretch>
            <a:fillRect/>
          </a:stretch>
        </p:blipFill>
        <p:spPr>
          <a:xfrm>
            <a:off x="304800" y="2157413"/>
            <a:ext cx="8382000" cy="3227387"/>
          </a:xfrm>
          <a:noFill/>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DC30DC-A869-F2BB-8535-643E3AFA1F6B}"/>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365A8506-9854-5348-A22A-A70FC2B1713A}" type="slidenum">
              <a:rPr lang="en-US" altLang="en-US" sz="1000">
                <a:latin typeface="Arial" panose="020B0604020202020204" pitchFamily="34" charset="0"/>
              </a:rPr>
              <a:pPr/>
              <a:t>41</a:t>
            </a:fld>
            <a:endParaRPr lang="en-US" altLang="en-US" sz="1000">
              <a:latin typeface="Arial" panose="020B0604020202020204" pitchFamily="34" charset="0"/>
            </a:endParaRPr>
          </a:p>
        </p:txBody>
      </p:sp>
      <p:sp>
        <p:nvSpPr>
          <p:cNvPr id="44035" name="Rectangle 2">
            <a:extLst>
              <a:ext uri="{FF2B5EF4-FFF2-40B4-BE49-F238E27FC236}">
                <a16:creationId xmlns:a16="http://schemas.microsoft.com/office/drawing/2014/main" id="{22CDBE86-8900-D2D2-A93D-062AB8B35B87}"/>
              </a:ext>
            </a:extLst>
          </p:cNvPr>
          <p:cNvSpPr>
            <a:spLocks noGrp="1" noChangeArrowheads="1"/>
          </p:cNvSpPr>
          <p:nvPr>
            <p:ph type="title"/>
          </p:nvPr>
        </p:nvSpPr>
        <p:spPr>
          <a:xfrm>
            <a:off x="457200" y="152400"/>
            <a:ext cx="8305800" cy="1143000"/>
          </a:xfrm>
        </p:spPr>
        <p:txBody>
          <a:bodyPr/>
          <a:lstStyle/>
          <a:p>
            <a:pPr eaLnBrk="1" hangingPunct="1"/>
            <a:r>
              <a:rPr lang="en-US" altLang="en-US" b="0"/>
              <a:t>Figure 5.22</a:t>
            </a:r>
            <a:r>
              <a:rPr lang="en-US" altLang="en-US"/>
              <a:t>  Solving the problem with only one cut</a:t>
            </a:r>
          </a:p>
        </p:txBody>
      </p:sp>
      <p:pic>
        <p:nvPicPr>
          <p:cNvPr id="44036" name="Picture 4" descr="fig_05_22">
            <a:extLst>
              <a:ext uri="{FF2B5EF4-FFF2-40B4-BE49-F238E27FC236}">
                <a16:creationId xmlns:a16="http://schemas.microsoft.com/office/drawing/2014/main" id="{6C0FBF12-EE08-7512-1B54-E668A460FE52}"/>
              </a:ext>
            </a:extLst>
          </p:cNvPr>
          <p:cNvPicPr preferRelativeResize="0">
            <a:picLocks noChangeAspect="1" noChangeArrowheads="1"/>
          </p:cNvPicPr>
          <p:nvPr>
            <p:ph idx="1"/>
          </p:nvPr>
        </p:nvPicPr>
        <p:blipFill>
          <a:blip r:embed="rId2">
            <a:grayscl/>
            <a:extLst>
              <a:ext uri="{28A0092B-C50C-407E-A947-70E740481C1C}">
                <a14:useLocalDpi xmlns:a14="http://schemas.microsoft.com/office/drawing/2010/main" val="0"/>
              </a:ext>
            </a:extLst>
          </a:blip>
          <a:srcRect/>
          <a:stretch>
            <a:fillRect/>
          </a:stretch>
        </p:blipFill>
        <p:spPr>
          <a:xfrm>
            <a:off x="849313" y="1600200"/>
            <a:ext cx="7521575" cy="4114800"/>
          </a:xfrm>
          <a:noFill/>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C22DCFE8-79CF-34DE-1B41-789EA858EB5C}"/>
              </a:ext>
            </a:extLst>
          </p:cNvPr>
          <p:cNvSpPr>
            <a:spLocks noGrp="1"/>
          </p:cNvSpPr>
          <p:nvPr>
            <p:ph type="sldNum" sz="quarter" idx="10"/>
          </p:nvPr>
        </p:nvSpPr>
        <p:spPr/>
        <p:txBody>
          <a:bodyP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r>
              <a:rPr lang="en-US" altLang="en-US" sz="1000">
                <a:latin typeface="Arial" panose="020B0604020202020204" pitchFamily="34" charset="0"/>
              </a:rPr>
              <a:t>5-</a:t>
            </a:r>
            <a:fld id="{EC4F9D00-B76E-EF43-8706-D361633B94AB}" type="slidenum">
              <a:rPr lang="en-US" altLang="en-US" sz="1000">
                <a:latin typeface="Arial" panose="020B0604020202020204" pitchFamily="34" charset="0"/>
              </a:rPr>
              <a:pPr/>
              <a:t>42</a:t>
            </a:fld>
            <a:endParaRPr lang="en-US" altLang="en-US" sz="1000">
              <a:latin typeface="Arial" panose="020B0604020202020204" pitchFamily="34" charset="0"/>
            </a:endParaRPr>
          </a:p>
        </p:txBody>
      </p:sp>
      <p:sp>
        <p:nvSpPr>
          <p:cNvPr id="45059" name="Rectangle 2">
            <a:extLst>
              <a:ext uri="{FF2B5EF4-FFF2-40B4-BE49-F238E27FC236}">
                <a16:creationId xmlns:a16="http://schemas.microsoft.com/office/drawing/2014/main" id="{6126AB1B-5C78-B611-AD1B-C35B374BF973}"/>
              </a:ext>
            </a:extLst>
          </p:cNvPr>
          <p:cNvSpPr>
            <a:spLocks noGrp="1" noChangeArrowheads="1"/>
          </p:cNvSpPr>
          <p:nvPr>
            <p:ph type="title"/>
          </p:nvPr>
        </p:nvSpPr>
        <p:spPr>
          <a:xfrm>
            <a:off x="381000" y="304800"/>
            <a:ext cx="8534400" cy="1143000"/>
          </a:xfrm>
        </p:spPr>
        <p:txBody>
          <a:bodyPr/>
          <a:lstStyle/>
          <a:p>
            <a:pPr eaLnBrk="1" hangingPunct="1"/>
            <a:r>
              <a:rPr lang="en-US" altLang="en-US" b="0"/>
              <a:t>Figure 5.23</a:t>
            </a:r>
            <a:r>
              <a:rPr lang="en-US" altLang="en-US"/>
              <a:t>  The assertions associated with a typical while structure</a:t>
            </a:r>
          </a:p>
        </p:txBody>
      </p:sp>
      <p:pic>
        <p:nvPicPr>
          <p:cNvPr id="45060" name="Picture 6" descr="fig_05_23">
            <a:extLst>
              <a:ext uri="{FF2B5EF4-FFF2-40B4-BE49-F238E27FC236}">
                <a16:creationId xmlns:a16="http://schemas.microsoft.com/office/drawing/2014/main" id="{F5B22C18-446A-62B0-204E-49F2591FBE1E}"/>
              </a:ext>
            </a:extLst>
          </p:cNvPr>
          <p:cNvPicPr preferRelativeResize="0">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1943100" y="1635125"/>
            <a:ext cx="5600700"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theme/theme1.xml><?xml version="1.0" encoding="utf-8"?>
<a:theme xmlns:a="http://schemas.openxmlformats.org/drawingml/2006/main" name="1_ch01template">
  <a:themeElements>
    <a:clrScheme name="1_ch01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h01template">
      <a:majorFont>
        <a:latin typeface="Arial"/>
        <a:ea typeface="ヒラギノ角ゴ Pro W3"/>
        <a:cs typeface="Arial"/>
      </a:majorFont>
      <a:minorFont>
        <a:latin typeface="Arial"/>
        <a:ea typeface="ヒラギノ角ゴ Pro W3"/>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_ch01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h01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h01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h01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h01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h01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h01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h01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h01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h01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h01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h01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1329</TotalTime>
  <Words>1288</Words>
  <Application>Microsoft Macintosh PowerPoint</Application>
  <PresentationFormat>On-screen Show (4:3)</PresentationFormat>
  <Paragraphs>243</Paragraphs>
  <Slides>42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Times New Roman</vt:lpstr>
      <vt:lpstr>ヒラギノ角ゴ Pro W3</vt:lpstr>
      <vt:lpstr>Arial</vt:lpstr>
      <vt:lpstr>Times</vt:lpstr>
      <vt:lpstr>Consolas</vt:lpstr>
      <vt:lpstr>Wingdings</vt:lpstr>
      <vt:lpstr>Courier New</vt:lpstr>
      <vt:lpstr>Lucida Grande</vt:lpstr>
      <vt:lpstr>1_ch01template</vt:lpstr>
      <vt:lpstr>PowerPoint Presentation</vt:lpstr>
      <vt:lpstr>Chapter 5:  Algorithms</vt:lpstr>
      <vt:lpstr>Definition of Algorithm</vt:lpstr>
      <vt:lpstr>Algorithm Representation</vt:lpstr>
      <vt:lpstr>Figure 5.2  Folding a bird from a square piece of paper</vt:lpstr>
      <vt:lpstr>Figure 5.3  Origami primitives</vt:lpstr>
      <vt:lpstr>Pseudocode Primitives</vt:lpstr>
      <vt:lpstr>Pseudocode Primitives (continued)</vt:lpstr>
      <vt:lpstr>Pseudocode Primitives (continued)</vt:lpstr>
      <vt:lpstr>Pseudocode Primitives (continued)</vt:lpstr>
      <vt:lpstr>Pseudocode Primitives (continued)</vt:lpstr>
      <vt:lpstr>Pseudocode Primitives (continued)</vt:lpstr>
      <vt:lpstr>Figure 5.4  The procedure Greetings in pseudocode</vt:lpstr>
      <vt:lpstr>Pseudocode Primitives (continued)</vt:lpstr>
      <vt:lpstr>Polya’s Problem Solving Steps</vt:lpstr>
      <vt:lpstr>Polya’s Steps in the Context of Program Development</vt:lpstr>
      <vt:lpstr>Getting a Foot in the Door</vt:lpstr>
      <vt:lpstr>Ages of Children Problem</vt:lpstr>
      <vt:lpstr>Figure 5.5  </vt:lpstr>
      <vt:lpstr>Figure 5.6  The sequential search algorithm in pseudocode</vt:lpstr>
      <vt:lpstr>Figure 5.7  Components of repetitive control</vt:lpstr>
      <vt:lpstr>Iterative Structures</vt:lpstr>
      <vt:lpstr>Figure 5.8  The while loop structure</vt:lpstr>
      <vt:lpstr>Figure 5.9  The repeat loop structure</vt:lpstr>
      <vt:lpstr>Figure 5.10  Sorting the list Fred, Alex, Diana, Byron, and Carol alphabetically</vt:lpstr>
      <vt:lpstr>Figure 5.11  The insertion sort algorithm expressed in pseudocode</vt:lpstr>
      <vt:lpstr>Recursion</vt:lpstr>
      <vt:lpstr>Figure 5.12  Applying our strategy to search a list for the entry John</vt:lpstr>
      <vt:lpstr>Figure 5.13  A first draft of the binary search technique</vt:lpstr>
      <vt:lpstr>Figure 5.14  The binary search algorithm in pseudocode</vt:lpstr>
      <vt:lpstr>Figure 5.15  </vt:lpstr>
      <vt:lpstr>Figure 5.16  </vt:lpstr>
      <vt:lpstr>Figure 5.17  </vt:lpstr>
      <vt:lpstr>Algorithm Efficiency</vt:lpstr>
      <vt:lpstr>Figure 5.18  Applying the insertion sort in a worst-case situation</vt:lpstr>
      <vt:lpstr>Figure 5.19  Graph of the worst-case analysis of the insertion sort algorithm</vt:lpstr>
      <vt:lpstr>Figure 5.20  Graph of the worst-case analysis of the binary search algorithm</vt:lpstr>
      <vt:lpstr>Software Verification</vt:lpstr>
      <vt:lpstr>Chain Separating Problem</vt:lpstr>
      <vt:lpstr>Figure 5.21  Separating the chain using only three cuts</vt:lpstr>
      <vt:lpstr>Figure 5.22  Solving the problem with only one cut</vt:lpstr>
      <vt:lpstr>Figure 5.23  The assertions associated with a typical while structure</vt:lpstr>
    </vt:vector>
  </TitlesOfParts>
  <Company>©2008 Pearson Addison-Wesley. All rights reserved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subject>Algorithms</dc:subject>
  <dc:creator>J. Glenn Brookshear</dc:creator>
  <cp:lastModifiedBy>思維塔</cp:lastModifiedBy>
  <cp:revision>261</cp:revision>
  <cp:lastPrinted>2014-01-02T14:49:13Z</cp:lastPrinted>
  <dcterms:created xsi:type="dcterms:W3CDTF">2004-06-20T19:52:17Z</dcterms:created>
  <dcterms:modified xsi:type="dcterms:W3CDTF">2024-10-29T05:51:46Z</dcterms:modified>
</cp:coreProperties>
</file>